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9"/>
  </p:notesMasterIdLst>
  <p:sldIdLst>
    <p:sldId id="256" r:id="rId2"/>
    <p:sldId id="265" r:id="rId3"/>
    <p:sldId id="266" r:id="rId4"/>
    <p:sldId id="270" r:id="rId5"/>
    <p:sldId id="267" r:id="rId6"/>
    <p:sldId id="268" r:id="rId7"/>
    <p:sldId id="269" r:id="rId8"/>
  </p:sldIdLst>
  <p:sldSz cx="12192000" cy="6858000"/>
  <p:notesSz cx="6858000" cy="9144000"/>
  <p:embeddedFontLst>
    <p:embeddedFont>
      <p:font typeface="Noto Sans" panose="020B0502040504020204" pitchFamily="34" charset="0"/>
      <p:regular r:id="rId10"/>
      <p:bold r:id="rId11"/>
      <p:italic r:id="rId12"/>
      <p:boldItalic r:id="rId13"/>
    </p:embeddedFont>
    <p:embeddedFont>
      <p:font typeface="Noto Sans SemiBold" panose="020B0604020202020204" charset="0"/>
      <p:regular r:id="rId14"/>
      <p:bold r:id="rId15"/>
      <p:italic r:id="rId16"/>
      <p:boldItalic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6" d="100"/>
          <a:sy n="56" d="100"/>
        </p:scale>
        <p:origin x="976"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4.fntdata"/><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font" Target="fonts/font3.fntdata"/><Relationship Id="rId17"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font" Target="fonts/font7.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font" Target="fonts/font6.fntdata"/><Relationship Id="rId10" Type="http://schemas.openxmlformats.org/officeDocument/2006/relationships/font" Target="fonts/font1.fntdata"/><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font" Target="fonts/font5.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dk2" tx2="lt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4_Main Title Slide" userDrawn="1">
  <p:cSld name="4_Main Title Slide">
    <p:spTree>
      <p:nvGrpSpPr>
        <p:cNvPr id="1" name=""/>
        <p:cNvGrpSpPr/>
        <p:nvPr/>
      </p:nvGrpSpPr>
      <p:grpSpPr>
        <a:xfrm>
          <a:off x="0" y="0"/>
          <a:ext cx="0" cy="0"/>
          <a:chOff x="0" y="0"/>
          <a:chExt cx="0" cy="0"/>
        </a:xfrm>
      </p:grpSpPr>
      <p:pic>
        <p:nvPicPr>
          <p:cNvPr id="2" name="Imagen 2"/>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1_Four column list acknowledgement">
  <p:cSld name="1_Four column list acknowledgement">
    <p:spTree>
      <p:nvGrpSpPr>
        <p:cNvPr id="1" name=""/>
        <p:cNvGrpSpPr/>
        <p:nvPr/>
      </p:nvGrpSpPr>
      <p:grpSpPr>
        <a:xfrm>
          <a:off x="0" y="0"/>
          <a:ext cx="0" cy="0"/>
          <a:chOff x="0" y="0"/>
          <a:chExt cx="0" cy="0"/>
        </a:xfrm>
      </p:grpSpPr>
      <p:pic>
        <p:nvPicPr>
          <p:cNvPr id="101" name="Google Shape;90;p11"/>
          <p:cNvPicPr>
            <a:picLocks noChangeAspect="1"/>
          </p:cNvPicPr>
          <p:nvPr/>
        </p:nvPicPr>
        <p:blipFill rotWithShape="1">
          <a:blip r:embed="rId2">
            <a:alphaModFix amt="10000"/>
          </a:blip>
          <a:srcRect t="14912" r="21635" b="31073"/>
          <a:stretch/>
        </p:blipFill>
        <p:spPr>
          <a:xfrm>
            <a:off x="1980961" y="0"/>
            <a:ext cx="10220871" cy="6356351"/>
          </a:xfrm>
          <a:prstGeom prst="rect">
            <a:avLst/>
          </a:prstGeom>
          <a:ln>
            <a:noFill/>
          </a:ln>
        </p:spPr>
      </p:pic>
      <p:sp>
        <p:nvSpPr>
          <p:cNvPr id="91" name="Google Shape;91;p11">
            <a:extLst>
              <a:ext uri="{FF2B5EF4-FFF2-40B4-BE49-F238E27FC236}">
                <a16:creationId xmlns:a16="http://schemas.microsoft.com/office/drawing/2014/main" id="{75CBDB91-36D8-44E8-83BE-AEDACF8231E1}"/>
              </a:ext>
            </a:extLst>
          </p:cNvPr>
          <p:cNvSpPr>
            <a:spLocks noGrp="1"/>
          </p:cNvSpPr>
          <p:nvPr/>
        </p:nvSpPr>
        <p:spPr>
          <a:xfrm>
            <a:off x="0" y="6356350"/>
            <a:ext cx="12201832" cy="501650"/>
          </a:xfrm>
          <a:prstGeom prst="rect">
            <a:avLst/>
          </a:prstGeom>
          <a:solidFill>
            <a:srgbClr val="0673BA"/>
          </a:solidFill>
          <a:ln w="19050" cmpd="sng">
            <a:solidFill>
              <a:srgbClr val="0673BA"/>
            </a:solidFill>
            <a:prstDash val="solid"/>
            <a:headEnd type="none" w="sm" len="sm"/>
            <a:tailEnd type="none" w="sm" len="sm"/>
          </a:ln>
        </p:spPr>
        <p:txBody>
          <a:bodyPr spcFirstLastPara="1" wrap="square" lIns="91425" tIns="45700" rIns="91425" bIns="45700" anchor="ctr">
            <a:noAutofit/>
          </a:bodyPr>
          <a:lstStyle/>
          <a:p>
            <a:pPr marL="0" marR="0" lvl="0" indent="0" algn="ctr">
              <a:spcBef>
                <a:spcPts val="0"/>
              </a:spcBef>
              <a:spcAft>
                <a:spcPts val="0"/>
              </a:spcAft>
              <a:buNone/>
            </a:pPr>
            <a:endParaRPr sz="1800" b="0" i="0" u="none" cap="none">
              <a:solidFill>
                <a:schemeClr val="lt1"/>
              </a:solidFill>
              <a:latin typeface="Arial"/>
              <a:ea typeface="Arial"/>
              <a:cs typeface="Arial"/>
            </a:endParaRPr>
          </a:p>
        </p:txBody>
      </p:sp>
      <p:sp>
        <p:nvSpPr>
          <p:cNvPr id="92" name="Google Shape;92;p11">
            <a:extLst>
              <a:ext uri="{FF2B5EF4-FFF2-40B4-BE49-F238E27FC236}">
                <a16:creationId xmlns:a16="http://schemas.microsoft.com/office/drawing/2014/main" id="{75013425-DBAF-4F24-BCFF-D05D7A11CFED}"/>
              </a:ext>
            </a:extLst>
          </p:cNvPr>
          <p:cNvSpPr>
            <a:spLocks noGrp="1"/>
          </p:cNvSpPr>
          <p:nvPr>
            <p:ph type="sldNum" idx="12"/>
          </p:nvPr>
        </p:nvSpPr>
        <p:spPr>
          <a:xfrm>
            <a:off x="8610599" y="6393638"/>
            <a:ext cx="3375213" cy="365125"/>
          </a:xfrm>
          <a:prstGeom prst="rect">
            <a:avLst/>
          </a:prstGeom>
          <a:noFill/>
          <a:ln>
            <a:noFill/>
          </a:ln>
        </p:spPr>
        <p:txBody>
          <a:bodyPr spcFirstLastPara="1" wrap="square" lIns="91425" tIns="45700" rIns="91425" bIns="45700" anchor="ctr">
            <a:noAutofit/>
          </a:bodyPr>
          <a:lstStyle>
            <a:lvl1pPr marL="0" marR="0" indent="0" algn="r">
              <a:spcBef>
                <a:spcPts val="0"/>
              </a:spcBef>
              <a:buNone/>
              <a:defRPr sz="1200" b="0" i="0" u="none" cap="none">
                <a:solidFill>
                  <a:schemeClr val="lt1"/>
                </a:solidFill>
                <a:latin typeface="Arial"/>
                <a:ea typeface="Arial"/>
                <a:cs typeface="Arial"/>
              </a:defRPr>
            </a:lvl1pPr>
            <a:lvl2pPr marL="0" marR="0" indent="0" algn="r">
              <a:spcBef>
                <a:spcPts val="0"/>
              </a:spcBef>
              <a:buNone/>
              <a:defRPr sz="1200" b="0" i="0" u="none" cap="none">
                <a:solidFill>
                  <a:schemeClr val="lt1"/>
                </a:solidFill>
                <a:latin typeface="Arial"/>
                <a:ea typeface="Arial"/>
                <a:cs typeface="Arial"/>
              </a:defRPr>
            </a:lvl2pPr>
            <a:lvl3pPr marL="0" marR="0" indent="0" algn="r">
              <a:spcBef>
                <a:spcPts val="0"/>
              </a:spcBef>
              <a:buNone/>
              <a:defRPr sz="1200" b="0" i="0" u="none" cap="none">
                <a:solidFill>
                  <a:schemeClr val="lt1"/>
                </a:solidFill>
                <a:latin typeface="Arial"/>
                <a:ea typeface="Arial"/>
                <a:cs typeface="Arial"/>
              </a:defRPr>
            </a:lvl3pPr>
            <a:lvl4pPr marL="0" marR="0" indent="0" algn="r">
              <a:spcBef>
                <a:spcPts val="0"/>
              </a:spcBef>
              <a:buNone/>
              <a:defRPr sz="1200" b="0" i="0" u="none" cap="none">
                <a:solidFill>
                  <a:schemeClr val="lt1"/>
                </a:solidFill>
                <a:latin typeface="Arial"/>
                <a:ea typeface="Arial"/>
                <a:cs typeface="Arial"/>
              </a:defRPr>
            </a:lvl4pPr>
            <a:lvl5pPr marL="0" marR="0" indent="0" algn="r">
              <a:spcBef>
                <a:spcPts val="0"/>
              </a:spcBef>
              <a:buNone/>
              <a:defRPr sz="1200" b="0" i="0" u="none" cap="none">
                <a:solidFill>
                  <a:schemeClr val="lt1"/>
                </a:solidFill>
                <a:latin typeface="Arial"/>
                <a:ea typeface="Arial"/>
                <a:cs typeface="Arial"/>
              </a:defRPr>
            </a:lvl5pPr>
            <a:lvl6pPr marL="0" marR="0" indent="0" algn="r">
              <a:spcBef>
                <a:spcPts val="0"/>
              </a:spcBef>
              <a:buNone/>
              <a:defRPr sz="1200" b="0" i="0" u="none" cap="none">
                <a:solidFill>
                  <a:schemeClr val="lt1"/>
                </a:solidFill>
                <a:latin typeface="Arial"/>
                <a:ea typeface="Arial"/>
                <a:cs typeface="Arial"/>
              </a:defRPr>
            </a:lvl6pPr>
            <a:lvl7pPr marL="0" marR="0" indent="0" algn="r">
              <a:spcBef>
                <a:spcPts val="0"/>
              </a:spcBef>
              <a:buNone/>
              <a:defRPr sz="1200" b="0" i="0" u="none" cap="none">
                <a:solidFill>
                  <a:schemeClr val="lt1"/>
                </a:solidFill>
                <a:latin typeface="Arial"/>
                <a:ea typeface="Arial"/>
                <a:cs typeface="Arial"/>
              </a:defRPr>
            </a:lvl7pPr>
            <a:lvl8pPr marL="0" marR="0" indent="0" algn="r">
              <a:spcBef>
                <a:spcPts val="0"/>
              </a:spcBef>
              <a:buNone/>
              <a:defRPr sz="1200" b="0" i="0" u="none" cap="none">
                <a:solidFill>
                  <a:schemeClr val="lt1"/>
                </a:solidFill>
                <a:latin typeface="Arial"/>
                <a:ea typeface="Arial"/>
                <a:cs typeface="Arial"/>
              </a:defRPr>
            </a:lvl8pPr>
            <a:lvl9pPr marL="0" marR="0" indent="0" algn="r">
              <a:spcBef>
                <a:spcPts val="0"/>
              </a:spcBef>
              <a:buNone/>
              <a:defRPr sz="1200" b="0" i="0" u="none" cap="none">
                <a:solidFill>
                  <a:schemeClr val="lt1"/>
                </a:solidFill>
                <a:latin typeface="Arial"/>
                <a:ea typeface="Arial"/>
                <a:cs typeface="Arial"/>
              </a:defRPr>
            </a:lvl9pPr>
          </a:lstStyle>
          <a:p>
            <a:pPr marL="0" lvl="0" indent="0" algn="r">
              <a:spcBef>
                <a:spcPts val="0"/>
              </a:spcBef>
              <a:spcAft>
                <a:spcPts val="0"/>
              </a:spcAft>
              <a:buNone/>
            </a:pPr>
            <a:fld id="{00000000-1234-1234-1234-123412341234}" type="slidenum">
              <a:t>‹Nº›</a:t>
            </a:fld>
            <a:endParaRPr/>
          </a:p>
        </p:txBody>
      </p:sp>
      <p:sp>
        <p:nvSpPr>
          <p:cNvPr id="93" name="Google Shape;93;p11">
            <a:extLst>
              <a:ext uri="{FF2B5EF4-FFF2-40B4-BE49-F238E27FC236}">
                <a16:creationId xmlns:a16="http://schemas.microsoft.com/office/drawing/2014/main" id="{745C08B7-162F-47F2-A36D-5F01D6F1E0A0}"/>
              </a:ext>
            </a:extLst>
          </p:cNvPr>
          <p:cNvSpPr>
            <a:spLocks noGrp="1"/>
          </p:cNvSpPr>
          <p:nvPr/>
        </p:nvSpPr>
        <p:spPr>
          <a:xfrm>
            <a:off x="206188" y="6389431"/>
            <a:ext cx="5250426" cy="369332"/>
          </a:xfrm>
          <a:prstGeom prst="rect">
            <a:avLst/>
          </a:prstGeom>
          <a:noFill/>
          <a:ln>
            <a:noFill/>
          </a:ln>
        </p:spPr>
        <p:txBody>
          <a:bodyPr spcFirstLastPara="1" wrap="square" lIns="91425" tIns="45700" rIns="91425" bIns="45700" anchor="t">
            <a:spAutoFit/>
          </a:bodyPr>
          <a:lstStyle/>
          <a:p>
            <a:pPr marL="0" marR="0" lvl="0" indent="0" algn="l">
              <a:spcBef>
                <a:spcPts val="0"/>
              </a:spcBef>
              <a:spcAft>
                <a:spcPts val="0"/>
              </a:spcAft>
              <a:buNone/>
            </a:pPr>
            <a:r>
              <a:rPr sz="1800" b="0" i="0" u="none" cap="none">
                <a:solidFill>
                  <a:schemeClr val="lt1"/>
                </a:solidFill>
                <a:latin typeface="Arial"/>
                <a:ea typeface="Arial"/>
                <a:cs typeface="Arial"/>
              </a:rPr>
              <a:t>www.theglobalhealthnetwork.org</a:t>
            </a:r>
            <a:endParaRPr sz="1800">
              <a:solidFill>
                <a:schemeClr val="lt1"/>
              </a:solidFill>
              <a:latin typeface="Arial"/>
              <a:ea typeface="Arial"/>
              <a:cs typeface="Arial"/>
            </a:endParaRPr>
          </a:p>
        </p:txBody>
      </p:sp>
      <p:sp>
        <p:nvSpPr>
          <p:cNvPr id="94" name="Google Shape;94;p11">
            <a:extLst>
              <a:ext uri="{FF2B5EF4-FFF2-40B4-BE49-F238E27FC236}">
                <a16:creationId xmlns:a16="http://schemas.microsoft.com/office/drawing/2014/main" id="{EB573BD1-C429-4D2A-861B-871D0EA0D3CD}"/>
              </a:ext>
            </a:extLst>
          </p:cNvPr>
          <p:cNvSpPr>
            <a:spLocks noGrp="1"/>
          </p:cNvSpPr>
          <p:nvPr>
            <p:ph type="title"/>
          </p:nvPr>
        </p:nvSpPr>
        <p:spPr>
          <a:xfrm>
            <a:off x="206188" y="365125"/>
            <a:ext cx="11779624" cy="1325563"/>
          </a:xfrm>
          <a:prstGeom prst="rect">
            <a:avLst/>
          </a:prstGeom>
          <a:noFill/>
          <a:ln>
            <a:noFill/>
          </a:ln>
        </p:spPr>
        <p:txBody>
          <a:bodyPr spcFirstLastPara="1" wrap="square" lIns="91425" tIns="45700" rIns="91425" bIns="45700" anchor="ctr">
            <a:normAutofit/>
          </a:bodyPr>
          <a:lstStyle>
            <a:lvl1pPr algn="l">
              <a:lnSpc>
                <a:spcPct val="90000"/>
              </a:lnSpc>
              <a:spcBef>
                <a:spcPts val="0"/>
              </a:spcBef>
              <a:spcAft>
                <a:spcPts val="0"/>
              </a:spcAft>
              <a:buClr>
                <a:schemeClr val="dk1"/>
              </a:buClr>
              <a:buSzPts val="4000"/>
              <a:buFont typeface="Noto Sans SemiBold"/>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a:endParaRPr/>
          </a:p>
        </p:txBody>
      </p:sp>
      <p:sp>
        <p:nvSpPr>
          <p:cNvPr id="95" name="Google Shape;95;p11">
            <a:extLst>
              <a:ext uri="{FF2B5EF4-FFF2-40B4-BE49-F238E27FC236}">
                <a16:creationId xmlns:a16="http://schemas.microsoft.com/office/drawing/2014/main" id="{871DB773-872F-4345-AB2F-A2FA17BB5C37}"/>
              </a:ext>
            </a:extLst>
          </p:cNvPr>
          <p:cNvSpPr>
            <a:spLocks noGrp="1"/>
          </p:cNvSpPr>
          <p:nvPr>
            <p:ph type="body" idx="1"/>
          </p:nvPr>
        </p:nvSpPr>
        <p:spPr>
          <a:xfrm>
            <a:off x="206188" y="1885443"/>
            <a:ext cx="11779623" cy="4054111"/>
          </a:xfrm>
          <a:prstGeom prst="rect">
            <a:avLst/>
          </a:prstGeom>
          <a:noFill/>
          <a:ln>
            <a:noFill/>
          </a:ln>
        </p:spPr>
        <p:txBody>
          <a:bodyPr spcFirstLastPara="1" wrap="square" lIns="91425" tIns="45700" rIns="91425" bIns="45700" anchor="t">
            <a:normAutofit/>
          </a:bodyPr>
          <a:lstStyle>
            <a:lvl1pPr marL="457200" indent="-228600" algn="l">
              <a:lnSpc>
                <a:spcPct val="90000"/>
              </a:lnSpc>
              <a:spcBef>
                <a:spcPts val="1000"/>
              </a:spcBef>
              <a:spcAft>
                <a:spcPts val="0"/>
              </a:spcAft>
              <a:buClr>
                <a:schemeClr val="dk1"/>
              </a:buClr>
              <a:buSzPts val="1600"/>
              <a:buNone/>
              <a:defRPr sz="1600"/>
            </a:lvl1pPr>
            <a:lvl2pPr marL="914400" indent="-342900" algn="l">
              <a:lnSpc>
                <a:spcPct val="90000"/>
              </a:lnSpc>
              <a:spcBef>
                <a:spcPts val="500"/>
              </a:spcBef>
              <a:spcAft>
                <a:spcPts val="0"/>
              </a:spcAft>
              <a:buClr>
                <a:schemeClr val="dk1"/>
              </a:buClr>
              <a:buSzPts val="1800"/>
              <a:buChar char="•"/>
              <a:defRPr/>
            </a:lvl2pPr>
            <a:lvl3pPr marL="1371600" indent="-342900" algn="l">
              <a:lnSpc>
                <a:spcPct val="90000"/>
              </a:lnSpc>
              <a:spcBef>
                <a:spcPts val="500"/>
              </a:spcBef>
              <a:spcAft>
                <a:spcPts val="0"/>
              </a:spcAft>
              <a:buClr>
                <a:schemeClr val="dk1"/>
              </a:buClr>
              <a:buSzPts val="1800"/>
              <a:buChar char="•"/>
              <a:defRPr/>
            </a:lvl3pPr>
            <a:lvl4pPr marL="1828800" indent="-342900" algn="l">
              <a:lnSpc>
                <a:spcPct val="90000"/>
              </a:lnSpc>
              <a:spcBef>
                <a:spcPts val="500"/>
              </a:spcBef>
              <a:spcAft>
                <a:spcPts val="0"/>
              </a:spcAft>
              <a:buClr>
                <a:schemeClr val="dk1"/>
              </a:buClr>
              <a:buSzPts val="1800"/>
              <a:buChar char="•"/>
              <a:defRPr/>
            </a:lvl4pPr>
            <a:lvl5pPr marL="2286000" indent="-342900" algn="l">
              <a:lnSpc>
                <a:spcPct val="90000"/>
              </a:lnSpc>
              <a:spcBef>
                <a:spcPts val="500"/>
              </a:spcBef>
              <a:spcAft>
                <a:spcPts val="0"/>
              </a:spcAft>
              <a:buClr>
                <a:schemeClr val="dk1"/>
              </a:buClr>
              <a:buSzPts val="1800"/>
              <a:buChar char="•"/>
              <a:defRPr/>
            </a:lvl5pPr>
            <a:lvl6pPr marL="2743200" indent="-342900" algn="l">
              <a:lnSpc>
                <a:spcPct val="90000"/>
              </a:lnSpc>
              <a:spcBef>
                <a:spcPts val="500"/>
              </a:spcBef>
              <a:spcAft>
                <a:spcPts val="0"/>
              </a:spcAft>
              <a:buClr>
                <a:schemeClr val="dk1"/>
              </a:buClr>
              <a:buSzPts val="1800"/>
              <a:buChar char="•"/>
              <a:defRPr/>
            </a:lvl6pPr>
            <a:lvl7pPr marL="3200400" indent="-342900" algn="l">
              <a:lnSpc>
                <a:spcPct val="90000"/>
              </a:lnSpc>
              <a:spcBef>
                <a:spcPts val="500"/>
              </a:spcBef>
              <a:spcAft>
                <a:spcPts val="0"/>
              </a:spcAft>
              <a:buClr>
                <a:schemeClr val="dk1"/>
              </a:buClr>
              <a:buSzPts val="1800"/>
              <a:buChar char="•"/>
              <a:defRPr/>
            </a:lvl7pPr>
            <a:lvl8pPr marL="3657600" indent="-342900" algn="l">
              <a:lnSpc>
                <a:spcPct val="90000"/>
              </a:lnSpc>
              <a:spcBef>
                <a:spcPts val="500"/>
              </a:spcBef>
              <a:spcAft>
                <a:spcPts val="0"/>
              </a:spcAft>
              <a:buClr>
                <a:schemeClr val="dk1"/>
              </a:buClr>
              <a:buSzPts val="1800"/>
              <a:buChar char="•"/>
              <a:defRPr/>
            </a:lvl8pPr>
            <a:lvl9pPr marL="4114800" indent="-342900" algn="l">
              <a:lnSpc>
                <a:spcPct val="90000"/>
              </a:lnSpc>
              <a:spcBef>
                <a:spcPts val="500"/>
              </a:spcBef>
              <a:spcAft>
                <a:spcPts val="0"/>
              </a:spcAft>
              <a:buClr>
                <a:schemeClr val="dk1"/>
              </a:buClr>
              <a:buSzPts val="1800"/>
              <a:buChar char="•"/>
              <a:defRPr/>
            </a:lvl9pPr>
          </a:lstStyle>
          <a:p>
            <a:endParaRPr/>
          </a:p>
        </p:txBody>
      </p:sp>
      <p:sp>
        <p:nvSpPr>
          <p:cNvPr id="96" name="Google Shape;96;p11">
            <a:extLst>
              <a:ext uri="{FF2B5EF4-FFF2-40B4-BE49-F238E27FC236}">
                <a16:creationId xmlns:a16="http://schemas.microsoft.com/office/drawing/2014/main" id="{A6BB49B4-64C1-474C-9D6B-9005DEA806D8}"/>
              </a:ext>
            </a:extLst>
          </p:cNvPr>
          <p:cNvSpPr>
            <a:spLocks noGrp="1"/>
          </p:cNvSpPr>
          <p:nvPr/>
        </p:nvSpPr>
        <p:spPr>
          <a:xfrm>
            <a:off x="0" y="6356350"/>
            <a:ext cx="12201832" cy="501650"/>
          </a:xfrm>
          <a:prstGeom prst="rect">
            <a:avLst/>
          </a:prstGeom>
          <a:solidFill>
            <a:srgbClr val="0673BA"/>
          </a:solidFill>
          <a:ln w="19050" cmpd="sng">
            <a:solidFill>
              <a:srgbClr val="0673BA"/>
            </a:solidFill>
            <a:prstDash val="solid"/>
            <a:headEnd type="none" w="sm" len="sm"/>
            <a:tailEnd type="none" w="sm" len="sm"/>
          </a:ln>
        </p:spPr>
        <p:txBody>
          <a:bodyPr spcFirstLastPara="1" wrap="square" lIns="91425" tIns="45700" rIns="91425" bIns="45700" anchor="ctr">
            <a:noAutofit/>
          </a:bodyPr>
          <a:lstStyle/>
          <a:p>
            <a:pPr marL="0" marR="0" lvl="0" indent="0" algn="ctr">
              <a:spcBef>
                <a:spcPts val="0"/>
              </a:spcBef>
              <a:spcAft>
                <a:spcPts val="0"/>
              </a:spcAft>
              <a:buNone/>
            </a:pPr>
            <a:endParaRPr sz="1800">
              <a:solidFill>
                <a:schemeClr val="lt1"/>
              </a:solidFill>
              <a:latin typeface="Arial"/>
              <a:ea typeface="Arial"/>
              <a:cs typeface="Arial"/>
            </a:endParaRPr>
          </a:p>
        </p:txBody>
      </p:sp>
      <p:sp>
        <p:nvSpPr>
          <p:cNvPr id="97" name="Google Shape;97;p11">
            <a:extLst>
              <a:ext uri="{FF2B5EF4-FFF2-40B4-BE49-F238E27FC236}">
                <a16:creationId xmlns:a16="http://schemas.microsoft.com/office/drawing/2014/main" id="{5D32B3BC-F997-4D98-BD24-EB48D36E6F00}"/>
              </a:ext>
            </a:extLst>
          </p:cNvPr>
          <p:cNvSpPr>
            <a:spLocks noGrp="1"/>
          </p:cNvSpPr>
          <p:nvPr/>
        </p:nvSpPr>
        <p:spPr>
          <a:xfrm>
            <a:off x="127000" y="6458693"/>
            <a:ext cx="3911600" cy="307777"/>
          </a:xfrm>
          <a:prstGeom prst="rect">
            <a:avLst/>
          </a:prstGeom>
          <a:noFill/>
          <a:ln>
            <a:noFill/>
          </a:ln>
        </p:spPr>
        <p:txBody>
          <a:bodyPr spcFirstLastPara="1" wrap="square" lIns="91425" tIns="45700" rIns="91425" bIns="45700" anchor="t">
            <a:spAutoFit/>
          </a:bodyPr>
          <a:lstStyle/>
          <a:p>
            <a:pPr marL="0" marR="0" lvl="0" indent="0" algn="l">
              <a:lnSpc>
                <a:spcPct val="100000"/>
              </a:lnSpc>
              <a:spcBef>
                <a:spcPts val="0"/>
              </a:spcBef>
              <a:spcAft>
                <a:spcPts val="0"/>
              </a:spcAft>
              <a:buClr>
                <a:schemeClr val="lt1"/>
              </a:buClr>
              <a:buSzPts val="1400"/>
              <a:buFont typeface="Arial"/>
              <a:buNone/>
            </a:pPr>
            <a:r>
              <a:rPr sz="1400">
                <a:solidFill>
                  <a:schemeClr val="lt1"/>
                </a:solidFill>
                <a:latin typeface="Arial"/>
                <a:ea typeface="Arial"/>
                <a:cs typeface="Arial"/>
              </a:rPr>
              <a:t>lac.tghn.org</a:t>
            </a:r>
            <a:endParaRPr sz="1400" b="0" i="0">
              <a:solidFill>
                <a:schemeClr val="lt1"/>
              </a:solidFill>
              <a:latin typeface="Arial"/>
              <a:ea typeface="Arial"/>
              <a:cs typeface="Arial"/>
            </a:endParaRPr>
          </a:p>
        </p:txBody>
      </p:sp>
      <p:sp>
        <p:nvSpPr>
          <p:cNvPr id="98" name="Google Shape;98;p11">
            <a:extLst>
              <a:ext uri="{FF2B5EF4-FFF2-40B4-BE49-F238E27FC236}">
                <a16:creationId xmlns:a16="http://schemas.microsoft.com/office/drawing/2014/main" id="{DF0669D8-3C8D-43B1-9337-4636A22CB3EF}"/>
              </a:ext>
            </a:extLst>
          </p:cNvPr>
          <p:cNvSpPr>
            <a:spLocks noGrp="1"/>
          </p:cNvSpPr>
          <p:nvPr/>
        </p:nvSpPr>
        <p:spPr>
          <a:xfrm>
            <a:off x="9080500" y="6458693"/>
            <a:ext cx="2984500" cy="307777"/>
          </a:xfrm>
          <a:prstGeom prst="rect">
            <a:avLst/>
          </a:prstGeom>
          <a:noFill/>
          <a:ln>
            <a:noFill/>
          </a:ln>
        </p:spPr>
        <p:txBody>
          <a:bodyPr spcFirstLastPara="1" wrap="square" lIns="91425" tIns="45700" rIns="91425" bIns="45700" anchor="t">
            <a:spAutoFit/>
          </a:bodyPr>
          <a:lstStyle/>
          <a:p>
            <a:pPr marL="0" marR="0" lvl="0" indent="0" algn="r">
              <a:lnSpc>
                <a:spcPct val="100000"/>
              </a:lnSpc>
              <a:spcBef>
                <a:spcPts val="0"/>
              </a:spcBef>
              <a:spcAft>
                <a:spcPts val="0"/>
              </a:spcAft>
              <a:buClr>
                <a:schemeClr val="lt1"/>
              </a:buClr>
              <a:buSzPts val="1400"/>
              <a:buFont typeface="Arial"/>
              <a:buNone/>
            </a:pPr>
            <a:fld id="{00000000-1234-1234-1234-123412341234}" type="slidenum">
              <a:rPr sz="1400">
                <a:solidFill>
                  <a:schemeClr val="lt1"/>
                </a:solidFill>
                <a:latin typeface="Arial"/>
                <a:ea typeface="Arial"/>
                <a:cs typeface="Arial"/>
              </a:rPr>
              <a:t>‹Nº›</a:t>
            </a:fld>
            <a:endParaRPr sz="1400" b="0" i="0">
              <a:solidFill>
                <a:schemeClr val="lt1"/>
              </a:solidFill>
              <a:latin typeface="Arial"/>
              <a:ea typeface="Arial"/>
              <a:cs typeface="Arial"/>
            </a:endParaRPr>
          </a:p>
        </p:txBody>
      </p:sp>
      <p:pic>
        <p:nvPicPr>
          <p:cNvPr id="110" name="Google Shape;67;p7"/>
          <p:cNvPicPr>
            <a:picLocks noChangeAspect="1"/>
          </p:cNvPicPr>
          <p:nvPr/>
        </p:nvPicPr>
        <p:blipFill>
          <a:blip r:embed="rId3"/>
          <a:srcRect/>
          <a:stretch/>
        </p:blipFill>
        <p:spPr>
          <a:xfrm>
            <a:off x="2846685" y="161363"/>
            <a:ext cx="6498629" cy="735971"/>
          </a:xfrm>
          <a:prstGeom prst="rect">
            <a:avLst/>
          </a:prstGeom>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Main Title Slide">
  <p:cSld name="Main Title Slide">
    <p:spTree>
      <p:nvGrpSpPr>
        <p:cNvPr id="1" name=""/>
        <p:cNvGrpSpPr/>
        <p:nvPr/>
      </p:nvGrpSpPr>
      <p:grpSpPr>
        <a:xfrm>
          <a:off x="0" y="0"/>
          <a:ext cx="0" cy="0"/>
          <a:chOff x="0" y="0"/>
          <a:chExt cx="0" cy="0"/>
        </a:xfrm>
      </p:grpSpPr>
      <p:sp>
        <p:nvSpPr>
          <p:cNvPr id="140" name="Google Shape;140;p15">
            <a:extLst>
              <a:ext uri="{FF2B5EF4-FFF2-40B4-BE49-F238E27FC236}">
                <a16:creationId xmlns:a16="http://schemas.microsoft.com/office/drawing/2014/main" id="{ECA5D810-A0A1-44CD-A633-D5B6EF36629F}"/>
              </a:ext>
            </a:extLst>
          </p:cNvPr>
          <p:cNvSpPr>
            <a:spLocks noGrp="1"/>
          </p:cNvSpPr>
          <p:nvPr/>
        </p:nvSpPr>
        <p:spPr>
          <a:xfrm>
            <a:off x="9832" y="1884834"/>
            <a:ext cx="12192000" cy="4973166"/>
          </a:xfrm>
          <a:prstGeom prst="rect">
            <a:avLst/>
          </a:prstGeom>
          <a:solidFill>
            <a:srgbClr val="0673BA"/>
          </a:solidFill>
          <a:ln w="19050" cmpd="sng">
            <a:solidFill>
              <a:srgbClr val="0673BA"/>
            </a:solidFill>
            <a:prstDash val="solid"/>
            <a:headEnd type="none" w="sm" len="sm"/>
            <a:tailEnd type="none" w="sm" len="sm"/>
          </a:ln>
        </p:spPr>
        <p:txBody>
          <a:bodyPr spcFirstLastPara="1" wrap="square" lIns="91425" tIns="45700" rIns="91425" bIns="45700" anchor="ctr">
            <a:noAutofit/>
          </a:bodyPr>
          <a:lstStyle/>
          <a:p>
            <a:pPr marL="0" marR="0" lvl="0" indent="0" algn="ctr">
              <a:spcBef>
                <a:spcPts val="0"/>
              </a:spcBef>
              <a:spcAft>
                <a:spcPts val="0"/>
              </a:spcAft>
              <a:buNone/>
            </a:pPr>
            <a:endParaRPr sz="1800">
              <a:solidFill>
                <a:schemeClr val="lt1"/>
              </a:solidFill>
              <a:latin typeface="Arial"/>
              <a:ea typeface="Arial"/>
              <a:cs typeface="Arial"/>
            </a:endParaRPr>
          </a:p>
        </p:txBody>
      </p:sp>
      <p:pic>
        <p:nvPicPr>
          <p:cNvPr id="147" name="Google Shape;141;p15"/>
          <p:cNvPicPr>
            <a:picLocks noChangeAspect="1"/>
          </p:cNvPicPr>
          <p:nvPr/>
        </p:nvPicPr>
        <p:blipFill rotWithShape="1">
          <a:blip r:embed="rId2">
            <a:alphaModFix amt="10000"/>
          </a:blip>
          <a:srcRect t="10864" r="4297" b="45730"/>
          <a:stretch/>
        </p:blipFill>
        <p:spPr>
          <a:xfrm>
            <a:off x="-9832" y="1876813"/>
            <a:ext cx="12192000" cy="4989208"/>
          </a:xfrm>
          <a:prstGeom prst="rect">
            <a:avLst/>
          </a:prstGeom>
          <a:ln>
            <a:noFill/>
          </a:ln>
        </p:spPr>
      </p:pic>
      <p:sp>
        <p:nvSpPr>
          <p:cNvPr id="142" name="Google Shape;142;p15">
            <a:extLst>
              <a:ext uri="{FF2B5EF4-FFF2-40B4-BE49-F238E27FC236}">
                <a16:creationId xmlns:a16="http://schemas.microsoft.com/office/drawing/2014/main" id="{6BA6E74B-D5E7-4F47-9812-3F6715BF5C47}"/>
              </a:ext>
            </a:extLst>
          </p:cNvPr>
          <p:cNvSpPr>
            <a:spLocks noGrp="1"/>
          </p:cNvSpPr>
          <p:nvPr>
            <p:ph type="ctrTitle"/>
          </p:nvPr>
        </p:nvSpPr>
        <p:spPr>
          <a:xfrm>
            <a:off x="206188" y="2494210"/>
            <a:ext cx="9429425" cy="1944037"/>
          </a:xfrm>
          <a:prstGeom prst="rect">
            <a:avLst/>
          </a:prstGeom>
          <a:noFill/>
          <a:ln>
            <a:noFill/>
          </a:ln>
        </p:spPr>
        <p:txBody>
          <a:bodyPr spcFirstLastPara="1" wrap="square" lIns="91425" tIns="45700" rIns="91425" bIns="45700" anchor="b">
            <a:normAutofit/>
          </a:bodyPr>
          <a:lstStyle>
            <a:lvl1pPr algn="l">
              <a:lnSpc>
                <a:spcPct val="90000"/>
              </a:lnSpc>
              <a:spcBef>
                <a:spcPts val="0"/>
              </a:spcBef>
              <a:spcAft>
                <a:spcPts val="0"/>
              </a:spcAft>
              <a:buClr>
                <a:schemeClr val="lt1"/>
              </a:buClr>
              <a:buSzPts val="6000"/>
              <a:buFont typeface="Noto Sans SemiBold"/>
              <a:buNone/>
              <a:defRPr sz="6000" b="1" i="0">
                <a:solidFill>
                  <a:schemeClr val="lt1"/>
                </a:solidFill>
                <a:latin typeface="Noto Sans SemiBold"/>
                <a:ea typeface="Noto Sans SemiBold"/>
                <a:cs typeface="Noto Sans SemiBold"/>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a:endParaRPr/>
          </a:p>
        </p:txBody>
      </p:sp>
      <p:sp>
        <p:nvSpPr>
          <p:cNvPr id="143" name="Google Shape;143;p15">
            <a:extLst>
              <a:ext uri="{FF2B5EF4-FFF2-40B4-BE49-F238E27FC236}">
                <a16:creationId xmlns:a16="http://schemas.microsoft.com/office/drawing/2014/main" id="{1D0016A6-94C0-42FD-AA77-1FEB1CC39204}"/>
              </a:ext>
            </a:extLst>
          </p:cNvPr>
          <p:cNvSpPr>
            <a:spLocks noGrp="1"/>
          </p:cNvSpPr>
          <p:nvPr>
            <p:ph type="subTitle" idx="1"/>
          </p:nvPr>
        </p:nvSpPr>
        <p:spPr>
          <a:xfrm>
            <a:off x="206188" y="4676105"/>
            <a:ext cx="9429425" cy="1458357"/>
          </a:xfrm>
          <a:prstGeom prst="rect">
            <a:avLst/>
          </a:prstGeom>
          <a:noFill/>
          <a:ln>
            <a:noFill/>
          </a:ln>
        </p:spPr>
        <p:txBody>
          <a:bodyPr spcFirstLastPara="1" wrap="square" lIns="91425" tIns="45700" rIns="91425" bIns="45700" anchor="t">
            <a:normAutofit/>
          </a:bodyPr>
          <a:lstStyle>
            <a:lvl1pPr algn="l">
              <a:lnSpc>
                <a:spcPct val="90000"/>
              </a:lnSpc>
              <a:spcBef>
                <a:spcPts val="1000"/>
              </a:spcBef>
              <a:spcAft>
                <a:spcPts val="0"/>
              </a:spcAft>
              <a:buClr>
                <a:schemeClr val="lt1"/>
              </a:buClr>
              <a:buSzPts val="2400"/>
              <a:buNone/>
              <a:defRPr sz="2400" b="0" i="0">
                <a:solidFill>
                  <a:schemeClr val="lt1"/>
                </a:solidFill>
                <a:latin typeface="Noto Sans"/>
                <a:ea typeface="Noto Sans"/>
                <a:cs typeface="Noto Sans"/>
              </a:defRPr>
            </a:lvl1pPr>
            <a:lvl2pPr algn="ctr">
              <a:lnSpc>
                <a:spcPct val="90000"/>
              </a:lnSpc>
              <a:spcBef>
                <a:spcPts val="500"/>
              </a:spcBef>
              <a:spcAft>
                <a:spcPts val="0"/>
              </a:spcAft>
              <a:buClr>
                <a:schemeClr val="dk1"/>
              </a:buClr>
              <a:buSzPts val="2000"/>
              <a:buNone/>
              <a:defRPr sz="2000"/>
            </a:lvl2pPr>
            <a:lvl3pPr algn="ctr">
              <a:lnSpc>
                <a:spcPct val="90000"/>
              </a:lnSpc>
              <a:spcBef>
                <a:spcPts val="500"/>
              </a:spcBef>
              <a:spcAft>
                <a:spcPts val="0"/>
              </a:spcAft>
              <a:buClr>
                <a:schemeClr val="dk1"/>
              </a:buClr>
              <a:buSzPts val="1800"/>
              <a:buNone/>
              <a:defRPr sz="1800"/>
            </a:lvl3pPr>
            <a:lvl4pPr algn="ctr">
              <a:lnSpc>
                <a:spcPct val="90000"/>
              </a:lnSpc>
              <a:spcBef>
                <a:spcPts val="500"/>
              </a:spcBef>
              <a:spcAft>
                <a:spcPts val="0"/>
              </a:spcAft>
              <a:buClr>
                <a:schemeClr val="dk1"/>
              </a:buClr>
              <a:buSzPts val="1600"/>
              <a:buNone/>
              <a:defRPr sz="1600"/>
            </a:lvl4pPr>
            <a:lvl5pPr algn="ctr">
              <a:lnSpc>
                <a:spcPct val="90000"/>
              </a:lnSpc>
              <a:spcBef>
                <a:spcPts val="500"/>
              </a:spcBef>
              <a:spcAft>
                <a:spcPts val="0"/>
              </a:spcAft>
              <a:buClr>
                <a:schemeClr val="dk1"/>
              </a:buClr>
              <a:buSzPts val="1600"/>
              <a:buNone/>
              <a:defRPr sz="1600"/>
            </a:lvl5pPr>
            <a:lvl6pPr algn="ctr">
              <a:lnSpc>
                <a:spcPct val="90000"/>
              </a:lnSpc>
              <a:spcBef>
                <a:spcPts val="500"/>
              </a:spcBef>
              <a:spcAft>
                <a:spcPts val="0"/>
              </a:spcAft>
              <a:buClr>
                <a:schemeClr val="dk1"/>
              </a:buClr>
              <a:buSzPts val="1600"/>
              <a:buNone/>
              <a:defRPr sz="1600"/>
            </a:lvl6pPr>
            <a:lvl7pPr algn="ctr">
              <a:lnSpc>
                <a:spcPct val="90000"/>
              </a:lnSpc>
              <a:spcBef>
                <a:spcPts val="500"/>
              </a:spcBef>
              <a:spcAft>
                <a:spcPts val="0"/>
              </a:spcAft>
              <a:buClr>
                <a:schemeClr val="dk1"/>
              </a:buClr>
              <a:buSzPts val="1600"/>
              <a:buNone/>
              <a:defRPr sz="1600"/>
            </a:lvl7pPr>
            <a:lvl8pPr algn="ctr">
              <a:lnSpc>
                <a:spcPct val="90000"/>
              </a:lnSpc>
              <a:spcBef>
                <a:spcPts val="500"/>
              </a:spcBef>
              <a:spcAft>
                <a:spcPts val="0"/>
              </a:spcAft>
              <a:buClr>
                <a:schemeClr val="dk1"/>
              </a:buClr>
              <a:buSzPts val="1600"/>
              <a:buNone/>
              <a:defRPr sz="1600"/>
            </a:lvl8pPr>
            <a:lvl9pPr algn="ctr">
              <a:lnSpc>
                <a:spcPct val="90000"/>
              </a:lnSpc>
              <a:spcBef>
                <a:spcPts val="500"/>
              </a:spcBef>
              <a:spcAft>
                <a:spcPts val="0"/>
              </a:spcAft>
              <a:buClr>
                <a:schemeClr val="dk1"/>
              </a:buClr>
              <a:buSzPts val="1600"/>
              <a:buNone/>
              <a:defRPr sz="1600"/>
            </a:lvl9pPr>
          </a:lstStyle>
          <a:p>
            <a:endParaRPr/>
          </a:p>
        </p:txBody>
      </p:sp>
      <p:pic>
        <p:nvPicPr>
          <p:cNvPr id="150" name="Google Shape;67;p7"/>
          <p:cNvPicPr>
            <a:picLocks noChangeAspect="1"/>
          </p:cNvPicPr>
          <p:nvPr/>
        </p:nvPicPr>
        <p:blipFill>
          <a:blip r:embed="rId3"/>
          <a:srcRect/>
          <a:stretch/>
        </p:blipFill>
        <p:spPr>
          <a:xfrm>
            <a:off x="2846685" y="161363"/>
            <a:ext cx="6498629" cy="735971"/>
          </a:xfrm>
          <a:prstGeom prst="rect">
            <a:avLst/>
          </a:prstGeom>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
        <p:cNvGrpSpPr/>
        <p:nvPr/>
      </p:nvGrpSpPr>
      <p:grpSpPr>
        <a:xfrm>
          <a:off x="0" y="0"/>
          <a:ext cx="0" cy="0"/>
          <a:chOff x="0" y="0"/>
          <a:chExt cx="0" cy="0"/>
        </a:xfrm>
      </p:grpSpPr>
      <p:sp>
        <p:nvSpPr>
          <p:cNvPr id="146" name="Google Shape;146;p16">
            <a:extLst>
              <a:ext uri="{FF2B5EF4-FFF2-40B4-BE49-F238E27FC236}">
                <a16:creationId xmlns:a16="http://schemas.microsoft.com/office/drawing/2014/main" id="{937BABB1-6C40-4EF0-9CF3-670038C69795}"/>
              </a:ext>
            </a:extLst>
          </p:cNvPr>
          <p:cNvSpPr>
            <a:spLocks noGrp="1"/>
          </p:cNvSpPr>
          <p:nvPr/>
        </p:nvSpPr>
        <p:spPr>
          <a:xfrm>
            <a:off x="0" y="6356350"/>
            <a:ext cx="12201832" cy="501650"/>
          </a:xfrm>
          <a:prstGeom prst="rect">
            <a:avLst/>
          </a:prstGeom>
          <a:solidFill>
            <a:srgbClr val="0673BA"/>
          </a:solidFill>
          <a:ln w="19050" cmpd="sng">
            <a:solidFill>
              <a:srgbClr val="0673BA"/>
            </a:solidFill>
            <a:prstDash val="solid"/>
            <a:headEnd type="none" w="sm" len="sm"/>
            <a:tailEnd type="none" w="sm" len="sm"/>
          </a:ln>
        </p:spPr>
        <p:txBody>
          <a:bodyPr spcFirstLastPara="1" wrap="square" lIns="91425" tIns="45700" rIns="91425" bIns="45700" anchor="ctr">
            <a:noAutofit/>
          </a:bodyPr>
          <a:lstStyle/>
          <a:p>
            <a:pPr marL="0" marR="0" lvl="0" indent="0" algn="ctr">
              <a:spcBef>
                <a:spcPts val="0"/>
              </a:spcBef>
              <a:spcAft>
                <a:spcPts val="0"/>
              </a:spcAft>
              <a:buNone/>
            </a:pPr>
            <a:endParaRPr sz="1800">
              <a:solidFill>
                <a:schemeClr val="lt1"/>
              </a:solidFill>
              <a:latin typeface="Arial"/>
              <a:ea typeface="Arial"/>
              <a:cs typeface="Arial"/>
            </a:endParaRPr>
          </a:p>
        </p:txBody>
      </p:sp>
      <p:sp>
        <p:nvSpPr>
          <p:cNvPr id="147" name="Google Shape;147;p16">
            <a:extLst>
              <a:ext uri="{FF2B5EF4-FFF2-40B4-BE49-F238E27FC236}">
                <a16:creationId xmlns:a16="http://schemas.microsoft.com/office/drawing/2014/main" id="{32DCB947-E250-4C83-8AE5-EBC69178AAEC}"/>
              </a:ext>
            </a:extLst>
          </p:cNvPr>
          <p:cNvSpPr>
            <a:spLocks noGrp="1"/>
          </p:cNvSpPr>
          <p:nvPr/>
        </p:nvSpPr>
        <p:spPr>
          <a:xfrm>
            <a:off x="127000" y="6458693"/>
            <a:ext cx="3911600" cy="307777"/>
          </a:xfrm>
          <a:prstGeom prst="rect">
            <a:avLst/>
          </a:prstGeom>
          <a:noFill/>
          <a:ln>
            <a:noFill/>
          </a:ln>
        </p:spPr>
        <p:txBody>
          <a:bodyPr spcFirstLastPara="1" wrap="square" lIns="91425" tIns="45700" rIns="91425" bIns="45700" anchor="t">
            <a:spAutoFit/>
          </a:bodyPr>
          <a:lstStyle/>
          <a:p>
            <a:pPr marL="0" marR="0" lvl="0" indent="0" algn="l">
              <a:lnSpc>
                <a:spcPct val="100000"/>
              </a:lnSpc>
              <a:spcBef>
                <a:spcPts val="0"/>
              </a:spcBef>
              <a:spcAft>
                <a:spcPts val="0"/>
              </a:spcAft>
              <a:buClr>
                <a:schemeClr val="lt1"/>
              </a:buClr>
              <a:buSzPts val="1400"/>
              <a:buFont typeface="Arial"/>
              <a:buNone/>
            </a:pPr>
            <a:r>
              <a:rPr sz="1400">
                <a:solidFill>
                  <a:schemeClr val="lt1"/>
                </a:solidFill>
                <a:latin typeface="Arial"/>
                <a:ea typeface="Arial"/>
                <a:cs typeface="Arial"/>
              </a:rPr>
              <a:t>lac.tghn.org</a:t>
            </a:r>
            <a:endParaRPr sz="1400" b="0" i="0">
              <a:solidFill>
                <a:schemeClr val="lt1"/>
              </a:solidFill>
              <a:latin typeface="Arial"/>
              <a:ea typeface="Arial"/>
              <a:cs typeface="Arial"/>
            </a:endParaRPr>
          </a:p>
        </p:txBody>
      </p:sp>
      <p:sp>
        <p:nvSpPr>
          <p:cNvPr id="148" name="Google Shape;148;p16">
            <a:extLst>
              <a:ext uri="{FF2B5EF4-FFF2-40B4-BE49-F238E27FC236}">
                <a16:creationId xmlns:a16="http://schemas.microsoft.com/office/drawing/2014/main" id="{E9BB064B-5C78-4C09-8624-FE944DA7C9AF}"/>
              </a:ext>
            </a:extLst>
          </p:cNvPr>
          <p:cNvSpPr>
            <a:spLocks noGrp="1"/>
          </p:cNvSpPr>
          <p:nvPr/>
        </p:nvSpPr>
        <p:spPr>
          <a:xfrm>
            <a:off x="9080500" y="6458693"/>
            <a:ext cx="2984500" cy="307777"/>
          </a:xfrm>
          <a:prstGeom prst="rect">
            <a:avLst/>
          </a:prstGeom>
          <a:noFill/>
          <a:ln>
            <a:noFill/>
          </a:ln>
        </p:spPr>
        <p:txBody>
          <a:bodyPr spcFirstLastPara="1" wrap="square" lIns="91425" tIns="45700" rIns="91425" bIns="45700" anchor="t">
            <a:spAutoFit/>
          </a:bodyPr>
          <a:lstStyle/>
          <a:p>
            <a:pPr marL="0" marR="0" lvl="0" indent="0" algn="r">
              <a:lnSpc>
                <a:spcPct val="100000"/>
              </a:lnSpc>
              <a:spcBef>
                <a:spcPts val="0"/>
              </a:spcBef>
              <a:spcAft>
                <a:spcPts val="0"/>
              </a:spcAft>
              <a:buClr>
                <a:schemeClr val="lt1"/>
              </a:buClr>
              <a:buSzPts val="1400"/>
              <a:buFont typeface="Arial"/>
              <a:buNone/>
            </a:pPr>
            <a:fld id="{00000000-1234-1234-1234-123412341234}" type="slidenum">
              <a:rPr sz="1400">
                <a:solidFill>
                  <a:schemeClr val="lt1"/>
                </a:solidFill>
                <a:latin typeface="Arial"/>
                <a:ea typeface="Arial"/>
                <a:cs typeface="Arial"/>
              </a:rPr>
              <a:t>‹Nº›</a:t>
            </a:fld>
            <a:endParaRPr sz="1400" b="0" i="0">
              <a:solidFill>
                <a:schemeClr val="lt1"/>
              </a:solidFill>
              <a:latin typeface="Arial"/>
              <a:ea typeface="Arial"/>
              <a:cs typeface="Arial"/>
            </a:endParaRPr>
          </a:p>
        </p:txBody>
      </p:sp>
      <p:sp>
        <p:nvSpPr>
          <p:cNvPr id="149" name="Google Shape;149;p16">
            <a:extLst>
              <a:ext uri="{FF2B5EF4-FFF2-40B4-BE49-F238E27FC236}">
                <a16:creationId xmlns:a16="http://schemas.microsoft.com/office/drawing/2014/main" id="{9A64276E-55B7-4857-97AC-FA7733647CF5}"/>
              </a:ext>
            </a:extLst>
          </p:cNvPr>
          <p:cNvSpPr>
            <a:spLocks noGrp="1"/>
          </p:cNvSpPr>
          <p:nvPr>
            <p:ph type="title"/>
          </p:nvPr>
        </p:nvSpPr>
        <p:spPr>
          <a:xfrm>
            <a:off x="127000" y="365125"/>
            <a:ext cx="11937998" cy="1325563"/>
          </a:xfrm>
          <a:prstGeom prst="rect">
            <a:avLst/>
          </a:prstGeom>
          <a:noFill/>
          <a:ln>
            <a:noFill/>
          </a:ln>
        </p:spPr>
        <p:txBody>
          <a:bodyPr spcFirstLastPara="1" wrap="square" lIns="91425" tIns="45700" rIns="91425" bIns="45700" anchor="ctr">
            <a:normAutofit/>
          </a:bodyPr>
          <a:lstStyle>
            <a:lvl1pPr algn="l">
              <a:lnSpc>
                <a:spcPct val="90000"/>
              </a:lnSpc>
              <a:spcBef>
                <a:spcPts val="0"/>
              </a:spcBef>
              <a:spcAft>
                <a:spcPts val="0"/>
              </a:spcAft>
              <a:buClr>
                <a:schemeClr val="dk1"/>
              </a:buClr>
              <a:buSzPts val="4000"/>
              <a:buFont typeface="Noto Sans SemiBold"/>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
        <p:cNvGrpSpPr/>
        <p:nvPr/>
      </p:nvGrpSpPr>
      <p:grpSpPr>
        <a:xfrm>
          <a:off x="0" y="0"/>
          <a:ext cx="0" cy="0"/>
          <a:chOff x="0" y="0"/>
          <a:chExt cx="0" cy="0"/>
        </a:xfrm>
      </p:grpSpPr>
      <p:sp>
        <p:nvSpPr>
          <p:cNvPr id="151" name="Google Shape;151;p17">
            <a:extLst>
              <a:ext uri="{FF2B5EF4-FFF2-40B4-BE49-F238E27FC236}">
                <a16:creationId xmlns:a16="http://schemas.microsoft.com/office/drawing/2014/main" id="{D0E21FC5-15D2-4382-B239-4918DE763619}"/>
              </a:ext>
            </a:extLst>
          </p:cNvPr>
          <p:cNvSpPr>
            <a:spLocks noGrp="1"/>
          </p:cNvSpPr>
          <p:nvPr>
            <p:ph type="title"/>
          </p:nvPr>
        </p:nvSpPr>
        <p:spPr>
          <a:xfrm>
            <a:off x="127000" y="457200"/>
            <a:ext cx="4645025" cy="1600200"/>
          </a:xfrm>
          <a:prstGeom prst="rect">
            <a:avLst/>
          </a:prstGeom>
          <a:noFill/>
          <a:ln>
            <a:noFill/>
          </a:ln>
        </p:spPr>
        <p:txBody>
          <a:bodyPr spcFirstLastPara="1" wrap="square" lIns="91425" tIns="45700" rIns="91425" bIns="45700" anchor="b">
            <a:normAutofit/>
          </a:bodyPr>
          <a:lstStyle>
            <a:lvl1pPr algn="l">
              <a:lnSpc>
                <a:spcPct val="90000"/>
              </a:lnSpc>
              <a:spcBef>
                <a:spcPts val="0"/>
              </a:spcBef>
              <a:spcAft>
                <a:spcPts val="0"/>
              </a:spcAft>
              <a:buClr>
                <a:schemeClr val="dk1"/>
              </a:buClr>
              <a:buSzPts val="3200"/>
              <a:buFont typeface="Noto Sans SemiBold"/>
              <a:buNone/>
              <a:defRPr sz="3200"/>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a:endParaRPr/>
          </a:p>
        </p:txBody>
      </p:sp>
      <p:sp>
        <p:nvSpPr>
          <p:cNvPr id="152" name="Google Shape;152;p17">
            <a:extLst>
              <a:ext uri="{FF2B5EF4-FFF2-40B4-BE49-F238E27FC236}">
                <a16:creationId xmlns:a16="http://schemas.microsoft.com/office/drawing/2014/main" id="{BB1C3D21-4309-4464-B200-26228BEDA1D9}"/>
              </a:ext>
            </a:extLst>
          </p:cNvPr>
          <p:cNvSpPr>
            <a:spLocks noGrp="1"/>
          </p:cNvSpPr>
          <p:nvPr>
            <p:ph type="pic" idx="2"/>
          </p:nvPr>
        </p:nvSpPr>
        <p:spPr>
          <a:xfrm>
            <a:off x="5183188" y="987425"/>
            <a:ext cx="6259304" cy="4873625"/>
          </a:xfrm>
          <a:prstGeom prst="rect">
            <a:avLst/>
          </a:prstGeom>
          <a:noFill/>
          <a:ln>
            <a:noFill/>
          </a:ln>
        </p:spPr>
      </p:sp>
      <p:sp>
        <p:nvSpPr>
          <p:cNvPr id="153" name="Google Shape;153;p17">
            <a:extLst>
              <a:ext uri="{FF2B5EF4-FFF2-40B4-BE49-F238E27FC236}">
                <a16:creationId xmlns:a16="http://schemas.microsoft.com/office/drawing/2014/main" id="{23E330F0-D5CC-4DD9-8AA6-320E54D988E2}"/>
              </a:ext>
            </a:extLst>
          </p:cNvPr>
          <p:cNvSpPr>
            <a:spLocks noGrp="1"/>
          </p:cNvSpPr>
          <p:nvPr>
            <p:ph type="body" idx="1"/>
          </p:nvPr>
        </p:nvSpPr>
        <p:spPr>
          <a:xfrm>
            <a:off x="749508" y="2057400"/>
            <a:ext cx="4022517" cy="3811588"/>
          </a:xfrm>
          <a:prstGeom prst="rect">
            <a:avLst/>
          </a:prstGeom>
          <a:noFill/>
          <a:ln>
            <a:noFill/>
          </a:ln>
        </p:spPr>
        <p:txBody>
          <a:bodyPr spcFirstLastPara="1" wrap="square" lIns="91425" tIns="45700" rIns="91425" bIns="45700" anchor="t">
            <a:normAutofit/>
          </a:bodyPr>
          <a:lstStyle>
            <a:lvl1pPr marL="457200" indent="-228600" algn="l">
              <a:lnSpc>
                <a:spcPct val="90000"/>
              </a:lnSpc>
              <a:spcBef>
                <a:spcPts val="1000"/>
              </a:spcBef>
              <a:spcAft>
                <a:spcPts val="0"/>
              </a:spcAft>
              <a:buClr>
                <a:schemeClr val="dk1"/>
              </a:buClr>
              <a:buSzPts val="1600"/>
              <a:buNone/>
              <a:defRPr sz="1600"/>
            </a:lvl1pPr>
            <a:lvl2pPr marL="914400" indent="-228600" algn="l">
              <a:lnSpc>
                <a:spcPct val="90000"/>
              </a:lnSpc>
              <a:spcBef>
                <a:spcPts val="500"/>
              </a:spcBef>
              <a:spcAft>
                <a:spcPts val="0"/>
              </a:spcAft>
              <a:buClr>
                <a:schemeClr val="dk1"/>
              </a:buClr>
              <a:buSzPts val="1400"/>
              <a:buNone/>
              <a:defRPr sz="1400"/>
            </a:lvl2pPr>
            <a:lvl3pPr marL="1371600" indent="-228600" algn="l">
              <a:lnSpc>
                <a:spcPct val="90000"/>
              </a:lnSpc>
              <a:spcBef>
                <a:spcPts val="500"/>
              </a:spcBef>
              <a:spcAft>
                <a:spcPts val="0"/>
              </a:spcAft>
              <a:buClr>
                <a:schemeClr val="dk1"/>
              </a:buClr>
              <a:buSzPts val="1200"/>
              <a:buNone/>
              <a:defRPr sz="1200"/>
            </a:lvl3pPr>
            <a:lvl4pPr marL="1828800" indent="-228600" algn="l">
              <a:lnSpc>
                <a:spcPct val="90000"/>
              </a:lnSpc>
              <a:spcBef>
                <a:spcPts val="500"/>
              </a:spcBef>
              <a:spcAft>
                <a:spcPts val="0"/>
              </a:spcAft>
              <a:buClr>
                <a:schemeClr val="dk1"/>
              </a:buClr>
              <a:buSzPts val="1000"/>
              <a:buNone/>
              <a:defRPr sz="1000"/>
            </a:lvl4pPr>
            <a:lvl5pPr marL="2286000" indent="-228600" algn="l">
              <a:lnSpc>
                <a:spcPct val="90000"/>
              </a:lnSpc>
              <a:spcBef>
                <a:spcPts val="500"/>
              </a:spcBef>
              <a:spcAft>
                <a:spcPts val="0"/>
              </a:spcAft>
              <a:buClr>
                <a:schemeClr val="dk1"/>
              </a:buClr>
              <a:buSzPts val="1000"/>
              <a:buNone/>
              <a:defRPr sz="1000"/>
            </a:lvl5pPr>
            <a:lvl6pPr marL="2743200" indent="-228600" algn="l">
              <a:lnSpc>
                <a:spcPct val="90000"/>
              </a:lnSpc>
              <a:spcBef>
                <a:spcPts val="500"/>
              </a:spcBef>
              <a:spcAft>
                <a:spcPts val="0"/>
              </a:spcAft>
              <a:buClr>
                <a:schemeClr val="dk1"/>
              </a:buClr>
              <a:buSzPts val="1000"/>
              <a:buNone/>
              <a:defRPr sz="1000"/>
            </a:lvl6pPr>
            <a:lvl7pPr marL="3200400" indent="-228600" algn="l">
              <a:lnSpc>
                <a:spcPct val="90000"/>
              </a:lnSpc>
              <a:spcBef>
                <a:spcPts val="500"/>
              </a:spcBef>
              <a:spcAft>
                <a:spcPts val="0"/>
              </a:spcAft>
              <a:buClr>
                <a:schemeClr val="dk1"/>
              </a:buClr>
              <a:buSzPts val="1000"/>
              <a:buNone/>
              <a:defRPr sz="1000"/>
            </a:lvl7pPr>
            <a:lvl8pPr marL="3657600" indent="-228600" algn="l">
              <a:lnSpc>
                <a:spcPct val="90000"/>
              </a:lnSpc>
              <a:spcBef>
                <a:spcPts val="500"/>
              </a:spcBef>
              <a:spcAft>
                <a:spcPts val="0"/>
              </a:spcAft>
              <a:buClr>
                <a:schemeClr val="dk1"/>
              </a:buClr>
              <a:buSzPts val="1000"/>
              <a:buNone/>
              <a:defRPr sz="1000"/>
            </a:lvl8pPr>
            <a:lvl9pPr marL="4114800" indent="-228600" algn="l">
              <a:lnSpc>
                <a:spcPct val="90000"/>
              </a:lnSpc>
              <a:spcBef>
                <a:spcPts val="500"/>
              </a:spcBef>
              <a:spcAft>
                <a:spcPts val="0"/>
              </a:spcAft>
              <a:buClr>
                <a:schemeClr val="dk1"/>
              </a:buClr>
              <a:buSzPts val="1000"/>
              <a:buNone/>
              <a:defRPr sz="1000"/>
            </a:lvl9pPr>
          </a:lstStyle>
          <a:p>
            <a:endParaRPr/>
          </a:p>
        </p:txBody>
      </p:sp>
      <p:sp>
        <p:nvSpPr>
          <p:cNvPr id="154" name="Google Shape;154;p17">
            <a:extLst>
              <a:ext uri="{FF2B5EF4-FFF2-40B4-BE49-F238E27FC236}">
                <a16:creationId xmlns:a16="http://schemas.microsoft.com/office/drawing/2014/main" id="{C26378C3-0A26-4564-8F6E-861436647FB8}"/>
              </a:ext>
            </a:extLst>
          </p:cNvPr>
          <p:cNvSpPr>
            <a:spLocks noGrp="1"/>
          </p:cNvSpPr>
          <p:nvPr/>
        </p:nvSpPr>
        <p:spPr>
          <a:xfrm>
            <a:off x="0" y="6356350"/>
            <a:ext cx="12201832" cy="501650"/>
          </a:xfrm>
          <a:prstGeom prst="rect">
            <a:avLst/>
          </a:prstGeom>
          <a:solidFill>
            <a:srgbClr val="0673BA"/>
          </a:solidFill>
          <a:ln w="19050" cmpd="sng">
            <a:solidFill>
              <a:srgbClr val="0673BA"/>
            </a:solidFill>
            <a:prstDash val="solid"/>
            <a:headEnd type="none" w="sm" len="sm"/>
            <a:tailEnd type="none" w="sm" len="sm"/>
          </a:ln>
        </p:spPr>
        <p:txBody>
          <a:bodyPr spcFirstLastPara="1" wrap="square" lIns="91425" tIns="45700" rIns="91425" bIns="45700" anchor="ctr">
            <a:noAutofit/>
          </a:bodyPr>
          <a:lstStyle/>
          <a:p>
            <a:pPr marL="0" marR="0" lvl="0" indent="0" algn="ctr">
              <a:spcBef>
                <a:spcPts val="0"/>
              </a:spcBef>
              <a:spcAft>
                <a:spcPts val="0"/>
              </a:spcAft>
              <a:buNone/>
            </a:pPr>
            <a:endParaRPr sz="1800">
              <a:solidFill>
                <a:schemeClr val="lt1"/>
              </a:solidFill>
              <a:latin typeface="Arial"/>
              <a:ea typeface="Arial"/>
              <a:cs typeface="Arial"/>
            </a:endParaRPr>
          </a:p>
        </p:txBody>
      </p:sp>
      <p:sp>
        <p:nvSpPr>
          <p:cNvPr id="155" name="Google Shape;155;p17">
            <a:extLst>
              <a:ext uri="{FF2B5EF4-FFF2-40B4-BE49-F238E27FC236}">
                <a16:creationId xmlns:a16="http://schemas.microsoft.com/office/drawing/2014/main" id="{D3831F45-E04B-4034-AEE2-9C07EC754B11}"/>
              </a:ext>
            </a:extLst>
          </p:cNvPr>
          <p:cNvSpPr>
            <a:spLocks noGrp="1"/>
          </p:cNvSpPr>
          <p:nvPr/>
        </p:nvSpPr>
        <p:spPr>
          <a:xfrm>
            <a:off x="127000" y="6458693"/>
            <a:ext cx="3911600" cy="307777"/>
          </a:xfrm>
          <a:prstGeom prst="rect">
            <a:avLst/>
          </a:prstGeom>
          <a:noFill/>
          <a:ln>
            <a:noFill/>
          </a:ln>
        </p:spPr>
        <p:txBody>
          <a:bodyPr spcFirstLastPara="1" wrap="square" lIns="91425" tIns="45700" rIns="91425" bIns="45700" anchor="t">
            <a:spAutoFit/>
          </a:bodyPr>
          <a:lstStyle/>
          <a:p>
            <a:pPr marL="0" marR="0" lvl="0" indent="0" algn="l">
              <a:lnSpc>
                <a:spcPct val="100000"/>
              </a:lnSpc>
              <a:spcBef>
                <a:spcPts val="0"/>
              </a:spcBef>
              <a:spcAft>
                <a:spcPts val="0"/>
              </a:spcAft>
              <a:buClr>
                <a:schemeClr val="lt1"/>
              </a:buClr>
              <a:buSzPts val="1400"/>
              <a:buFont typeface="Arial"/>
              <a:buNone/>
            </a:pPr>
            <a:r>
              <a:rPr sz="1400">
                <a:solidFill>
                  <a:schemeClr val="lt1"/>
                </a:solidFill>
                <a:latin typeface="Arial"/>
                <a:ea typeface="Arial"/>
                <a:cs typeface="Arial"/>
              </a:rPr>
              <a:t>lac.tghn.org</a:t>
            </a:r>
            <a:endParaRPr sz="1400" b="0" i="0">
              <a:solidFill>
                <a:schemeClr val="lt1"/>
              </a:solidFill>
              <a:latin typeface="Arial"/>
              <a:ea typeface="Arial"/>
              <a:cs typeface="Arial"/>
            </a:endParaRPr>
          </a:p>
        </p:txBody>
      </p:sp>
      <p:sp>
        <p:nvSpPr>
          <p:cNvPr id="156" name="Google Shape;156;p17">
            <a:extLst>
              <a:ext uri="{FF2B5EF4-FFF2-40B4-BE49-F238E27FC236}">
                <a16:creationId xmlns:a16="http://schemas.microsoft.com/office/drawing/2014/main" id="{273E0596-8F85-43D0-9FC9-05DA57793ADC}"/>
              </a:ext>
            </a:extLst>
          </p:cNvPr>
          <p:cNvSpPr>
            <a:spLocks noGrp="1"/>
          </p:cNvSpPr>
          <p:nvPr/>
        </p:nvSpPr>
        <p:spPr>
          <a:xfrm>
            <a:off x="9080500" y="6458693"/>
            <a:ext cx="2984500" cy="307777"/>
          </a:xfrm>
          <a:prstGeom prst="rect">
            <a:avLst/>
          </a:prstGeom>
          <a:noFill/>
          <a:ln>
            <a:noFill/>
          </a:ln>
        </p:spPr>
        <p:txBody>
          <a:bodyPr spcFirstLastPara="1" wrap="square" lIns="91425" tIns="45700" rIns="91425" bIns="45700" anchor="t">
            <a:spAutoFit/>
          </a:bodyPr>
          <a:lstStyle/>
          <a:p>
            <a:pPr marL="0" marR="0" lvl="0" indent="0" algn="r">
              <a:lnSpc>
                <a:spcPct val="100000"/>
              </a:lnSpc>
              <a:spcBef>
                <a:spcPts val="0"/>
              </a:spcBef>
              <a:spcAft>
                <a:spcPts val="0"/>
              </a:spcAft>
              <a:buClr>
                <a:schemeClr val="lt1"/>
              </a:buClr>
              <a:buSzPts val="1400"/>
              <a:buFont typeface="Arial"/>
              <a:buNone/>
            </a:pPr>
            <a:fld id="{00000000-1234-1234-1234-123412341234}" type="slidenum">
              <a:rPr sz="1400">
                <a:solidFill>
                  <a:schemeClr val="lt1"/>
                </a:solidFill>
                <a:latin typeface="Arial"/>
                <a:ea typeface="Arial"/>
                <a:cs typeface="Arial"/>
              </a:rPr>
              <a:t>‹Nº›</a:t>
            </a:fld>
            <a:endParaRPr sz="1400" b="0" i="0">
              <a:solidFill>
                <a:schemeClr val="lt1"/>
              </a:solidFill>
              <a:latin typeface="Arial"/>
              <a:ea typeface="Arial"/>
              <a:cs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
        <p:cNvGrpSpPr/>
        <p:nvPr/>
      </p:nvGrpSpPr>
      <p:grpSpPr>
        <a:xfrm>
          <a:off x="0" y="0"/>
          <a:ext cx="0" cy="0"/>
          <a:chOff x="0" y="0"/>
          <a:chExt cx="0" cy="0"/>
        </a:xfrm>
      </p:grpSpPr>
      <p:sp>
        <p:nvSpPr>
          <p:cNvPr id="158" name="Google Shape;158;p18">
            <a:extLst>
              <a:ext uri="{FF2B5EF4-FFF2-40B4-BE49-F238E27FC236}">
                <a16:creationId xmlns:a16="http://schemas.microsoft.com/office/drawing/2014/main" id="{9C1F7F6B-F3FF-439E-A65C-33491D7C3FCD}"/>
              </a:ext>
            </a:extLst>
          </p:cNvPr>
          <p:cNvSpPr>
            <a:spLocks noGrp="1"/>
          </p:cNvSpPr>
          <p:nvPr>
            <p:ph type="title"/>
          </p:nvPr>
        </p:nvSpPr>
        <p:spPr>
          <a:xfrm>
            <a:off x="838200" y="365125"/>
            <a:ext cx="11226800" cy="1387475"/>
          </a:xfrm>
          <a:prstGeom prst="rect">
            <a:avLst/>
          </a:prstGeom>
          <a:noFill/>
          <a:ln>
            <a:noFill/>
          </a:ln>
        </p:spPr>
        <p:txBody>
          <a:bodyPr spcFirstLastPara="1" wrap="square" lIns="91425" tIns="45700" rIns="91425" bIns="45700" anchor="ctr">
            <a:normAutofit/>
          </a:bodyPr>
          <a:lstStyle>
            <a:lvl1pPr algn="l">
              <a:lnSpc>
                <a:spcPct val="90000"/>
              </a:lnSpc>
              <a:spcBef>
                <a:spcPts val="0"/>
              </a:spcBef>
              <a:spcAft>
                <a:spcPts val="0"/>
              </a:spcAft>
              <a:buClr>
                <a:schemeClr val="dk1"/>
              </a:buClr>
              <a:buSzPts val="1800"/>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a:endParaRPr/>
          </a:p>
        </p:txBody>
      </p:sp>
      <p:sp>
        <p:nvSpPr>
          <p:cNvPr id="159" name="Google Shape;159;p18">
            <a:extLst>
              <a:ext uri="{FF2B5EF4-FFF2-40B4-BE49-F238E27FC236}">
                <a16:creationId xmlns:a16="http://schemas.microsoft.com/office/drawing/2014/main" id="{370476C9-FC05-475E-BA57-86AEF0847DE2}"/>
              </a:ext>
            </a:extLst>
          </p:cNvPr>
          <p:cNvSpPr>
            <a:spLocks noGrp="1"/>
          </p:cNvSpPr>
          <p:nvPr>
            <p:ph type="body" idx="1"/>
          </p:nvPr>
        </p:nvSpPr>
        <p:spPr>
          <a:xfrm rot="5400000">
            <a:off x="4698805" y="-1189232"/>
            <a:ext cx="4691063" cy="10041328"/>
          </a:xfrm>
          <a:prstGeom prst="rect">
            <a:avLst/>
          </a:prstGeom>
          <a:noFill/>
          <a:ln>
            <a:noFill/>
          </a:ln>
        </p:spPr>
        <p:txBody>
          <a:bodyPr spcFirstLastPara="1" wrap="square" lIns="91425" tIns="45700" rIns="91425" bIns="45700" anchor="t">
            <a:normAutofit/>
          </a:bodyPr>
          <a:lstStyle>
            <a:lvl1pPr marL="457200" indent="-342900" algn="l">
              <a:lnSpc>
                <a:spcPct val="90000"/>
              </a:lnSpc>
              <a:spcBef>
                <a:spcPts val="1000"/>
              </a:spcBef>
              <a:spcAft>
                <a:spcPts val="0"/>
              </a:spcAft>
              <a:buClr>
                <a:schemeClr val="dk1"/>
              </a:buClr>
              <a:buSzPts val="1800"/>
              <a:buChar char="•"/>
              <a:defRPr/>
            </a:lvl1pPr>
            <a:lvl2pPr marL="914400" indent="-342900" algn="l">
              <a:lnSpc>
                <a:spcPct val="90000"/>
              </a:lnSpc>
              <a:spcBef>
                <a:spcPts val="500"/>
              </a:spcBef>
              <a:spcAft>
                <a:spcPts val="0"/>
              </a:spcAft>
              <a:buClr>
                <a:schemeClr val="dk1"/>
              </a:buClr>
              <a:buSzPts val="1800"/>
              <a:buChar char="•"/>
              <a:defRPr/>
            </a:lvl2pPr>
            <a:lvl3pPr marL="1371600" indent="-342900" algn="l">
              <a:lnSpc>
                <a:spcPct val="90000"/>
              </a:lnSpc>
              <a:spcBef>
                <a:spcPts val="500"/>
              </a:spcBef>
              <a:spcAft>
                <a:spcPts val="0"/>
              </a:spcAft>
              <a:buClr>
                <a:schemeClr val="dk1"/>
              </a:buClr>
              <a:buSzPts val="1800"/>
              <a:buChar char="•"/>
              <a:defRPr/>
            </a:lvl3pPr>
            <a:lvl4pPr marL="1828800" indent="-342900" algn="l">
              <a:lnSpc>
                <a:spcPct val="90000"/>
              </a:lnSpc>
              <a:spcBef>
                <a:spcPts val="500"/>
              </a:spcBef>
              <a:spcAft>
                <a:spcPts val="0"/>
              </a:spcAft>
              <a:buClr>
                <a:schemeClr val="dk1"/>
              </a:buClr>
              <a:buSzPts val="1800"/>
              <a:buChar char="•"/>
              <a:defRPr/>
            </a:lvl4pPr>
            <a:lvl5pPr marL="2286000" indent="-342900" algn="l">
              <a:lnSpc>
                <a:spcPct val="90000"/>
              </a:lnSpc>
              <a:spcBef>
                <a:spcPts val="500"/>
              </a:spcBef>
              <a:spcAft>
                <a:spcPts val="0"/>
              </a:spcAft>
              <a:buClr>
                <a:schemeClr val="dk1"/>
              </a:buClr>
              <a:buSzPts val="1800"/>
              <a:buChar char="•"/>
              <a:defRPr/>
            </a:lvl5pPr>
            <a:lvl6pPr marL="2743200" indent="-342900" algn="l">
              <a:lnSpc>
                <a:spcPct val="90000"/>
              </a:lnSpc>
              <a:spcBef>
                <a:spcPts val="500"/>
              </a:spcBef>
              <a:spcAft>
                <a:spcPts val="0"/>
              </a:spcAft>
              <a:buClr>
                <a:schemeClr val="dk1"/>
              </a:buClr>
              <a:buSzPts val="1800"/>
              <a:buChar char="•"/>
              <a:defRPr/>
            </a:lvl6pPr>
            <a:lvl7pPr marL="3200400" indent="-342900" algn="l">
              <a:lnSpc>
                <a:spcPct val="90000"/>
              </a:lnSpc>
              <a:spcBef>
                <a:spcPts val="500"/>
              </a:spcBef>
              <a:spcAft>
                <a:spcPts val="0"/>
              </a:spcAft>
              <a:buClr>
                <a:schemeClr val="dk1"/>
              </a:buClr>
              <a:buSzPts val="1800"/>
              <a:buChar char="•"/>
              <a:defRPr/>
            </a:lvl7pPr>
            <a:lvl8pPr marL="3657600" indent="-342900" algn="l">
              <a:lnSpc>
                <a:spcPct val="90000"/>
              </a:lnSpc>
              <a:spcBef>
                <a:spcPts val="500"/>
              </a:spcBef>
              <a:spcAft>
                <a:spcPts val="0"/>
              </a:spcAft>
              <a:buClr>
                <a:schemeClr val="dk1"/>
              </a:buClr>
              <a:buSzPts val="1800"/>
              <a:buChar char="•"/>
              <a:defRPr/>
            </a:lvl8pPr>
            <a:lvl9pPr marL="4114800" indent="-342900" algn="l">
              <a:lnSpc>
                <a:spcPct val="90000"/>
              </a:lnSpc>
              <a:spcBef>
                <a:spcPts val="500"/>
              </a:spcBef>
              <a:spcAft>
                <a:spcPts val="0"/>
              </a:spcAft>
              <a:buClr>
                <a:schemeClr val="dk1"/>
              </a:buClr>
              <a:buSzPts val="1800"/>
              <a:buChar char="•"/>
              <a:defRPr/>
            </a:lvl9pPr>
          </a:lstStyle>
          <a:p>
            <a:endParaRPr/>
          </a:p>
        </p:txBody>
      </p:sp>
      <p:sp>
        <p:nvSpPr>
          <p:cNvPr id="160" name="Google Shape;160;p18">
            <a:extLst>
              <a:ext uri="{FF2B5EF4-FFF2-40B4-BE49-F238E27FC236}">
                <a16:creationId xmlns:a16="http://schemas.microsoft.com/office/drawing/2014/main" id="{FD9459D9-B9B8-435E-86C9-1BA13C9860C7}"/>
              </a:ext>
            </a:extLst>
          </p:cNvPr>
          <p:cNvSpPr>
            <a:spLocks noGrp="1"/>
          </p:cNvSpPr>
          <p:nvPr/>
        </p:nvSpPr>
        <p:spPr>
          <a:xfrm>
            <a:off x="0" y="6356350"/>
            <a:ext cx="12201832" cy="501650"/>
          </a:xfrm>
          <a:prstGeom prst="rect">
            <a:avLst/>
          </a:prstGeom>
          <a:solidFill>
            <a:srgbClr val="0673BA"/>
          </a:solidFill>
          <a:ln w="19050" cmpd="sng">
            <a:solidFill>
              <a:srgbClr val="0673BA"/>
            </a:solidFill>
            <a:prstDash val="solid"/>
            <a:headEnd type="none" w="sm" len="sm"/>
            <a:tailEnd type="none" w="sm" len="sm"/>
          </a:ln>
        </p:spPr>
        <p:txBody>
          <a:bodyPr spcFirstLastPara="1" wrap="square" lIns="91425" tIns="45700" rIns="91425" bIns="45700" anchor="ctr">
            <a:noAutofit/>
          </a:bodyPr>
          <a:lstStyle/>
          <a:p>
            <a:pPr marL="0" marR="0" lvl="0" indent="0" algn="ctr">
              <a:spcBef>
                <a:spcPts val="0"/>
              </a:spcBef>
              <a:spcAft>
                <a:spcPts val="0"/>
              </a:spcAft>
              <a:buNone/>
            </a:pPr>
            <a:endParaRPr sz="1800">
              <a:solidFill>
                <a:schemeClr val="lt1"/>
              </a:solidFill>
              <a:latin typeface="Arial"/>
              <a:ea typeface="Arial"/>
              <a:cs typeface="Arial"/>
            </a:endParaRPr>
          </a:p>
        </p:txBody>
      </p:sp>
      <p:sp>
        <p:nvSpPr>
          <p:cNvPr id="161" name="Google Shape;161;p18">
            <a:extLst>
              <a:ext uri="{FF2B5EF4-FFF2-40B4-BE49-F238E27FC236}">
                <a16:creationId xmlns:a16="http://schemas.microsoft.com/office/drawing/2014/main" id="{A8F0ACED-EF4A-45A5-BF2D-81309B9B5B36}"/>
              </a:ext>
            </a:extLst>
          </p:cNvPr>
          <p:cNvSpPr>
            <a:spLocks noGrp="1"/>
          </p:cNvSpPr>
          <p:nvPr/>
        </p:nvSpPr>
        <p:spPr>
          <a:xfrm>
            <a:off x="127000" y="6458693"/>
            <a:ext cx="3911600" cy="307777"/>
          </a:xfrm>
          <a:prstGeom prst="rect">
            <a:avLst/>
          </a:prstGeom>
          <a:noFill/>
          <a:ln>
            <a:noFill/>
          </a:ln>
        </p:spPr>
        <p:txBody>
          <a:bodyPr spcFirstLastPara="1" wrap="square" lIns="91425" tIns="45700" rIns="91425" bIns="45700" anchor="t">
            <a:spAutoFit/>
          </a:bodyPr>
          <a:lstStyle/>
          <a:p>
            <a:pPr marL="0" marR="0" lvl="0" indent="0" algn="l">
              <a:lnSpc>
                <a:spcPct val="100000"/>
              </a:lnSpc>
              <a:spcBef>
                <a:spcPts val="0"/>
              </a:spcBef>
              <a:spcAft>
                <a:spcPts val="0"/>
              </a:spcAft>
              <a:buClr>
                <a:schemeClr val="lt1"/>
              </a:buClr>
              <a:buSzPts val="1400"/>
              <a:buFont typeface="Arial"/>
              <a:buNone/>
            </a:pPr>
            <a:r>
              <a:rPr sz="1400">
                <a:solidFill>
                  <a:schemeClr val="lt1"/>
                </a:solidFill>
                <a:latin typeface="Arial"/>
                <a:ea typeface="Arial"/>
                <a:cs typeface="Arial"/>
              </a:rPr>
              <a:t>lac.tghn.org</a:t>
            </a:r>
            <a:endParaRPr sz="1400" b="0" i="0">
              <a:solidFill>
                <a:schemeClr val="lt1"/>
              </a:solidFill>
              <a:latin typeface="Arial"/>
              <a:ea typeface="Arial"/>
              <a:cs typeface="Arial"/>
            </a:endParaRPr>
          </a:p>
        </p:txBody>
      </p:sp>
      <p:sp>
        <p:nvSpPr>
          <p:cNvPr id="162" name="Google Shape;162;p18">
            <a:extLst>
              <a:ext uri="{FF2B5EF4-FFF2-40B4-BE49-F238E27FC236}">
                <a16:creationId xmlns:a16="http://schemas.microsoft.com/office/drawing/2014/main" id="{097F1D49-6DD4-4F94-80BB-233FE36E5CBD}"/>
              </a:ext>
            </a:extLst>
          </p:cNvPr>
          <p:cNvSpPr>
            <a:spLocks noGrp="1"/>
          </p:cNvSpPr>
          <p:nvPr/>
        </p:nvSpPr>
        <p:spPr>
          <a:xfrm>
            <a:off x="9080500" y="6458693"/>
            <a:ext cx="2984500" cy="307777"/>
          </a:xfrm>
          <a:prstGeom prst="rect">
            <a:avLst/>
          </a:prstGeom>
          <a:noFill/>
          <a:ln>
            <a:noFill/>
          </a:ln>
        </p:spPr>
        <p:txBody>
          <a:bodyPr spcFirstLastPara="1" wrap="square" lIns="91425" tIns="45700" rIns="91425" bIns="45700" anchor="t">
            <a:spAutoFit/>
          </a:bodyPr>
          <a:lstStyle/>
          <a:p>
            <a:pPr marL="0" marR="0" lvl="0" indent="0" algn="r">
              <a:lnSpc>
                <a:spcPct val="100000"/>
              </a:lnSpc>
              <a:spcBef>
                <a:spcPts val="0"/>
              </a:spcBef>
              <a:spcAft>
                <a:spcPts val="0"/>
              </a:spcAft>
              <a:buClr>
                <a:schemeClr val="lt1"/>
              </a:buClr>
              <a:buSzPts val="1400"/>
              <a:buFont typeface="Arial"/>
              <a:buNone/>
            </a:pPr>
            <a:fld id="{00000000-1234-1234-1234-123412341234}" type="slidenum">
              <a:rPr sz="1400">
                <a:solidFill>
                  <a:schemeClr val="lt1"/>
                </a:solidFill>
                <a:latin typeface="Arial"/>
                <a:ea typeface="Arial"/>
                <a:cs typeface="Arial"/>
              </a:rPr>
              <a:t>‹Nº›</a:t>
            </a:fld>
            <a:endParaRPr sz="1400" b="0" i="0">
              <a:solidFill>
                <a:schemeClr val="lt1"/>
              </a:solidFill>
              <a:latin typeface="Arial"/>
              <a:ea typeface="Arial"/>
              <a:cs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
        <p:cNvGrpSpPr/>
        <p:nvPr/>
      </p:nvGrpSpPr>
      <p:grpSpPr>
        <a:xfrm>
          <a:off x="0" y="0"/>
          <a:ext cx="0" cy="0"/>
          <a:chOff x="0" y="0"/>
          <a:chExt cx="0" cy="0"/>
        </a:xfrm>
      </p:grpSpPr>
      <p:sp>
        <p:nvSpPr>
          <p:cNvPr id="164" name="Google Shape;164;p19">
            <a:extLst>
              <a:ext uri="{FF2B5EF4-FFF2-40B4-BE49-F238E27FC236}">
                <a16:creationId xmlns:a16="http://schemas.microsoft.com/office/drawing/2014/main" id="{059F5E2A-0DE2-4B1A-86C3-DCFCD3770107}"/>
              </a:ext>
            </a:extLst>
          </p:cNvPr>
          <p:cNvSpPr>
            <a:spLocks noGrp="1"/>
          </p:cNvSpPr>
          <p:nvPr>
            <p:ph type="title"/>
          </p:nvPr>
        </p:nvSpPr>
        <p:spPr>
          <a:xfrm rot="5400000">
            <a:off x="7489031" y="1600994"/>
            <a:ext cx="5811838" cy="3340100"/>
          </a:xfrm>
          <a:prstGeom prst="rect">
            <a:avLst/>
          </a:prstGeom>
          <a:noFill/>
          <a:ln>
            <a:noFill/>
          </a:ln>
        </p:spPr>
        <p:txBody>
          <a:bodyPr spcFirstLastPara="1" wrap="square" lIns="91425" tIns="45700" rIns="91425" bIns="45700" anchor="ctr">
            <a:normAutofit/>
          </a:bodyPr>
          <a:lstStyle>
            <a:lvl1pPr algn="l">
              <a:lnSpc>
                <a:spcPct val="90000"/>
              </a:lnSpc>
              <a:spcBef>
                <a:spcPts val="0"/>
              </a:spcBef>
              <a:spcAft>
                <a:spcPts val="0"/>
              </a:spcAft>
              <a:buClr>
                <a:schemeClr val="dk1"/>
              </a:buClr>
              <a:buSzPts val="1800"/>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a:endParaRPr/>
          </a:p>
        </p:txBody>
      </p:sp>
      <p:sp>
        <p:nvSpPr>
          <p:cNvPr id="165" name="Google Shape;165;p19">
            <a:extLst>
              <a:ext uri="{FF2B5EF4-FFF2-40B4-BE49-F238E27FC236}">
                <a16:creationId xmlns:a16="http://schemas.microsoft.com/office/drawing/2014/main" id="{CD750A6D-7B89-43A2-8FBD-43F724DF9CD5}"/>
              </a:ext>
            </a:extLst>
          </p:cNvPr>
          <p:cNvSpPr>
            <a:spLocks noGrp="1"/>
          </p:cNvSpPr>
          <p:nvPr>
            <p:ph type="body" idx="1"/>
          </p:nvPr>
        </p:nvSpPr>
        <p:spPr>
          <a:xfrm rot="5400000">
            <a:off x="1443831" y="-951706"/>
            <a:ext cx="5811838" cy="8445500"/>
          </a:xfrm>
          <a:prstGeom prst="rect">
            <a:avLst/>
          </a:prstGeom>
          <a:noFill/>
          <a:ln>
            <a:noFill/>
          </a:ln>
        </p:spPr>
        <p:txBody>
          <a:bodyPr spcFirstLastPara="1" wrap="square" lIns="91425" tIns="45700" rIns="91425" bIns="45700" anchor="t">
            <a:normAutofit/>
          </a:bodyPr>
          <a:lstStyle>
            <a:lvl1pPr marL="457200" indent="-342900" algn="l">
              <a:lnSpc>
                <a:spcPct val="90000"/>
              </a:lnSpc>
              <a:spcBef>
                <a:spcPts val="1000"/>
              </a:spcBef>
              <a:spcAft>
                <a:spcPts val="0"/>
              </a:spcAft>
              <a:buClr>
                <a:schemeClr val="dk1"/>
              </a:buClr>
              <a:buSzPts val="1800"/>
              <a:buChar char="•"/>
              <a:defRPr/>
            </a:lvl1pPr>
            <a:lvl2pPr marL="914400" indent="-342900" algn="l">
              <a:lnSpc>
                <a:spcPct val="90000"/>
              </a:lnSpc>
              <a:spcBef>
                <a:spcPts val="500"/>
              </a:spcBef>
              <a:spcAft>
                <a:spcPts val="0"/>
              </a:spcAft>
              <a:buClr>
                <a:schemeClr val="dk1"/>
              </a:buClr>
              <a:buSzPts val="1800"/>
              <a:buChar char="•"/>
              <a:defRPr/>
            </a:lvl2pPr>
            <a:lvl3pPr marL="1371600" indent="-342900" algn="l">
              <a:lnSpc>
                <a:spcPct val="90000"/>
              </a:lnSpc>
              <a:spcBef>
                <a:spcPts val="500"/>
              </a:spcBef>
              <a:spcAft>
                <a:spcPts val="0"/>
              </a:spcAft>
              <a:buClr>
                <a:schemeClr val="dk1"/>
              </a:buClr>
              <a:buSzPts val="1800"/>
              <a:buChar char="•"/>
              <a:defRPr/>
            </a:lvl3pPr>
            <a:lvl4pPr marL="1828800" indent="-342900" algn="l">
              <a:lnSpc>
                <a:spcPct val="90000"/>
              </a:lnSpc>
              <a:spcBef>
                <a:spcPts val="500"/>
              </a:spcBef>
              <a:spcAft>
                <a:spcPts val="0"/>
              </a:spcAft>
              <a:buClr>
                <a:schemeClr val="dk1"/>
              </a:buClr>
              <a:buSzPts val="1800"/>
              <a:buChar char="•"/>
              <a:defRPr/>
            </a:lvl4pPr>
            <a:lvl5pPr marL="2286000" indent="-342900" algn="l">
              <a:lnSpc>
                <a:spcPct val="90000"/>
              </a:lnSpc>
              <a:spcBef>
                <a:spcPts val="500"/>
              </a:spcBef>
              <a:spcAft>
                <a:spcPts val="0"/>
              </a:spcAft>
              <a:buClr>
                <a:schemeClr val="dk1"/>
              </a:buClr>
              <a:buSzPts val="1800"/>
              <a:buChar char="•"/>
              <a:defRPr/>
            </a:lvl5pPr>
            <a:lvl6pPr marL="2743200" indent="-342900" algn="l">
              <a:lnSpc>
                <a:spcPct val="90000"/>
              </a:lnSpc>
              <a:spcBef>
                <a:spcPts val="500"/>
              </a:spcBef>
              <a:spcAft>
                <a:spcPts val="0"/>
              </a:spcAft>
              <a:buClr>
                <a:schemeClr val="dk1"/>
              </a:buClr>
              <a:buSzPts val="1800"/>
              <a:buChar char="•"/>
              <a:defRPr/>
            </a:lvl6pPr>
            <a:lvl7pPr marL="3200400" indent="-342900" algn="l">
              <a:lnSpc>
                <a:spcPct val="90000"/>
              </a:lnSpc>
              <a:spcBef>
                <a:spcPts val="500"/>
              </a:spcBef>
              <a:spcAft>
                <a:spcPts val="0"/>
              </a:spcAft>
              <a:buClr>
                <a:schemeClr val="dk1"/>
              </a:buClr>
              <a:buSzPts val="1800"/>
              <a:buChar char="•"/>
              <a:defRPr/>
            </a:lvl7pPr>
            <a:lvl8pPr marL="3657600" indent="-342900" algn="l">
              <a:lnSpc>
                <a:spcPct val="90000"/>
              </a:lnSpc>
              <a:spcBef>
                <a:spcPts val="500"/>
              </a:spcBef>
              <a:spcAft>
                <a:spcPts val="0"/>
              </a:spcAft>
              <a:buClr>
                <a:schemeClr val="dk1"/>
              </a:buClr>
              <a:buSzPts val="1800"/>
              <a:buChar char="•"/>
              <a:defRPr/>
            </a:lvl8pPr>
            <a:lvl9pPr marL="4114800" indent="-342900" algn="l">
              <a:lnSpc>
                <a:spcPct val="90000"/>
              </a:lnSpc>
              <a:spcBef>
                <a:spcPts val="500"/>
              </a:spcBef>
              <a:spcAft>
                <a:spcPts val="0"/>
              </a:spcAft>
              <a:buClr>
                <a:schemeClr val="dk1"/>
              </a:buClr>
              <a:buSzPts val="1800"/>
              <a:buChar char="•"/>
              <a:defRPr/>
            </a:lvl9pPr>
          </a:lstStyle>
          <a:p>
            <a:endParaRPr/>
          </a:p>
        </p:txBody>
      </p:sp>
      <p:sp>
        <p:nvSpPr>
          <p:cNvPr id="166" name="Google Shape;166;p19">
            <a:extLst>
              <a:ext uri="{FF2B5EF4-FFF2-40B4-BE49-F238E27FC236}">
                <a16:creationId xmlns:a16="http://schemas.microsoft.com/office/drawing/2014/main" id="{85179641-B824-4C2B-A4D9-3E4F3EAD1F0D}"/>
              </a:ext>
            </a:extLst>
          </p:cNvPr>
          <p:cNvSpPr>
            <a:spLocks noGrp="1"/>
          </p:cNvSpPr>
          <p:nvPr/>
        </p:nvSpPr>
        <p:spPr>
          <a:xfrm>
            <a:off x="0" y="6356350"/>
            <a:ext cx="12201832" cy="501650"/>
          </a:xfrm>
          <a:prstGeom prst="rect">
            <a:avLst/>
          </a:prstGeom>
          <a:solidFill>
            <a:srgbClr val="0673BA"/>
          </a:solidFill>
          <a:ln w="19050" cmpd="sng">
            <a:solidFill>
              <a:srgbClr val="0673BA"/>
            </a:solidFill>
            <a:prstDash val="solid"/>
            <a:headEnd type="none" w="sm" len="sm"/>
            <a:tailEnd type="none" w="sm" len="sm"/>
          </a:ln>
        </p:spPr>
        <p:txBody>
          <a:bodyPr spcFirstLastPara="1" wrap="square" lIns="91425" tIns="45700" rIns="91425" bIns="45700" anchor="ctr">
            <a:noAutofit/>
          </a:bodyPr>
          <a:lstStyle/>
          <a:p>
            <a:pPr marL="0" marR="0" lvl="0" indent="0" algn="ctr">
              <a:spcBef>
                <a:spcPts val="0"/>
              </a:spcBef>
              <a:spcAft>
                <a:spcPts val="0"/>
              </a:spcAft>
              <a:buNone/>
            </a:pPr>
            <a:endParaRPr sz="1800">
              <a:solidFill>
                <a:schemeClr val="lt1"/>
              </a:solidFill>
              <a:latin typeface="Arial"/>
              <a:ea typeface="Arial"/>
              <a:cs typeface="Arial"/>
            </a:endParaRPr>
          </a:p>
        </p:txBody>
      </p:sp>
      <p:sp>
        <p:nvSpPr>
          <p:cNvPr id="167" name="Google Shape;167;p19">
            <a:extLst>
              <a:ext uri="{FF2B5EF4-FFF2-40B4-BE49-F238E27FC236}">
                <a16:creationId xmlns:a16="http://schemas.microsoft.com/office/drawing/2014/main" id="{3F09A74E-A948-4263-850C-575C34924E77}"/>
              </a:ext>
            </a:extLst>
          </p:cNvPr>
          <p:cNvSpPr>
            <a:spLocks noGrp="1"/>
          </p:cNvSpPr>
          <p:nvPr/>
        </p:nvSpPr>
        <p:spPr>
          <a:xfrm>
            <a:off x="127000" y="6458693"/>
            <a:ext cx="3911600" cy="307777"/>
          </a:xfrm>
          <a:prstGeom prst="rect">
            <a:avLst/>
          </a:prstGeom>
          <a:noFill/>
          <a:ln>
            <a:noFill/>
          </a:ln>
        </p:spPr>
        <p:txBody>
          <a:bodyPr spcFirstLastPara="1" wrap="square" lIns="91425" tIns="45700" rIns="91425" bIns="45700" anchor="t">
            <a:spAutoFit/>
          </a:bodyPr>
          <a:lstStyle/>
          <a:p>
            <a:pPr marL="0" marR="0" lvl="0" indent="0" algn="l">
              <a:lnSpc>
                <a:spcPct val="100000"/>
              </a:lnSpc>
              <a:spcBef>
                <a:spcPts val="0"/>
              </a:spcBef>
              <a:spcAft>
                <a:spcPts val="0"/>
              </a:spcAft>
              <a:buClr>
                <a:schemeClr val="lt1"/>
              </a:buClr>
              <a:buSzPts val="1400"/>
              <a:buFont typeface="Arial"/>
              <a:buNone/>
            </a:pPr>
            <a:r>
              <a:rPr sz="1400">
                <a:solidFill>
                  <a:schemeClr val="lt1"/>
                </a:solidFill>
                <a:latin typeface="Arial"/>
                <a:ea typeface="Arial"/>
                <a:cs typeface="Arial"/>
              </a:rPr>
              <a:t>lac.tghn.org</a:t>
            </a:r>
            <a:endParaRPr sz="1400" b="0" i="0">
              <a:solidFill>
                <a:schemeClr val="lt1"/>
              </a:solidFill>
              <a:latin typeface="Arial"/>
              <a:ea typeface="Arial"/>
              <a:cs typeface="Arial"/>
            </a:endParaRPr>
          </a:p>
        </p:txBody>
      </p:sp>
      <p:sp>
        <p:nvSpPr>
          <p:cNvPr id="168" name="Google Shape;168;p19">
            <a:extLst>
              <a:ext uri="{FF2B5EF4-FFF2-40B4-BE49-F238E27FC236}">
                <a16:creationId xmlns:a16="http://schemas.microsoft.com/office/drawing/2014/main" id="{ABFD2825-8F76-481E-A00F-6CCCBE866BF1}"/>
              </a:ext>
            </a:extLst>
          </p:cNvPr>
          <p:cNvSpPr>
            <a:spLocks noGrp="1"/>
          </p:cNvSpPr>
          <p:nvPr/>
        </p:nvSpPr>
        <p:spPr>
          <a:xfrm>
            <a:off x="9080500" y="6458693"/>
            <a:ext cx="2984500" cy="307777"/>
          </a:xfrm>
          <a:prstGeom prst="rect">
            <a:avLst/>
          </a:prstGeom>
          <a:noFill/>
          <a:ln>
            <a:noFill/>
          </a:ln>
        </p:spPr>
        <p:txBody>
          <a:bodyPr spcFirstLastPara="1" wrap="square" lIns="91425" tIns="45700" rIns="91425" bIns="45700" anchor="t">
            <a:spAutoFit/>
          </a:bodyPr>
          <a:lstStyle/>
          <a:p>
            <a:pPr marL="0" marR="0" lvl="0" indent="0" algn="r">
              <a:lnSpc>
                <a:spcPct val="100000"/>
              </a:lnSpc>
              <a:spcBef>
                <a:spcPts val="0"/>
              </a:spcBef>
              <a:spcAft>
                <a:spcPts val="0"/>
              </a:spcAft>
              <a:buClr>
                <a:schemeClr val="lt1"/>
              </a:buClr>
              <a:buSzPts val="1400"/>
              <a:buFont typeface="Arial"/>
              <a:buNone/>
            </a:pPr>
            <a:fld id="{00000000-1234-1234-1234-123412341234}" type="slidenum">
              <a:rPr sz="1400">
                <a:solidFill>
                  <a:schemeClr val="lt1"/>
                </a:solidFill>
                <a:latin typeface="Arial"/>
                <a:ea typeface="Arial"/>
                <a:cs typeface="Arial"/>
              </a:rPr>
              <a:t>‹Nº›</a:t>
            </a:fld>
            <a:endParaRPr sz="1400" b="0" i="0">
              <a:solidFill>
                <a:schemeClr val="lt1"/>
              </a:solidFill>
              <a:latin typeface="Arial"/>
              <a:ea typeface="Arial"/>
              <a:cs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3_Title and Content">
  <p:cSld name="3_Title and Content">
    <p:spTree>
      <p:nvGrpSpPr>
        <p:cNvPr id="1" name=""/>
        <p:cNvGrpSpPr/>
        <p:nvPr/>
      </p:nvGrpSpPr>
      <p:grpSpPr>
        <a:xfrm>
          <a:off x="0" y="0"/>
          <a:ext cx="0" cy="0"/>
          <a:chOff x="0" y="0"/>
          <a:chExt cx="0" cy="0"/>
        </a:xfrm>
      </p:grpSpPr>
      <p:sp>
        <p:nvSpPr>
          <p:cNvPr id="170" name="Google Shape;170;p20">
            <a:extLst>
              <a:ext uri="{FF2B5EF4-FFF2-40B4-BE49-F238E27FC236}">
                <a16:creationId xmlns:a16="http://schemas.microsoft.com/office/drawing/2014/main" id="{9DBB7696-C796-4984-92DD-5816B90F368D}"/>
              </a:ext>
            </a:extLst>
          </p:cNvPr>
          <p:cNvSpPr>
            <a:spLocks noGrp="1"/>
          </p:cNvSpPr>
          <p:nvPr/>
        </p:nvSpPr>
        <p:spPr>
          <a:xfrm>
            <a:off x="0" y="6356350"/>
            <a:ext cx="12201832" cy="501650"/>
          </a:xfrm>
          <a:prstGeom prst="rect">
            <a:avLst/>
          </a:prstGeom>
          <a:solidFill>
            <a:srgbClr val="0673BA"/>
          </a:solidFill>
          <a:ln w="19050" cmpd="sng">
            <a:solidFill>
              <a:srgbClr val="0673BA"/>
            </a:solidFill>
            <a:prstDash val="solid"/>
            <a:headEnd type="none" w="sm" len="sm"/>
            <a:tailEnd type="none" w="sm" len="sm"/>
          </a:ln>
        </p:spPr>
        <p:txBody>
          <a:bodyPr spcFirstLastPara="1" wrap="square" lIns="91425" tIns="45700" rIns="91425" bIns="45700" anchor="ctr">
            <a:noAutofit/>
          </a:bodyPr>
          <a:lstStyle/>
          <a:p>
            <a:pPr marL="0" marR="0" lvl="0" indent="0" algn="ctr">
              <a:spcBef>
                <a:spcPts val="0"/>
              </a:spcBef>
              <a:spcAft>
                <a:spcPts val="0"/>
              </a:spcAft>
              <a:buNone/>
            </a:pPr>
            <a:endParaRPr sz="1800">
              <a:solidFill>
                <a:schemeClr val="lt1"/>
              </a:solidFill>
              <a:latin typeface="Arial"/>
              <a:ea typeface="Arial"/>
              <a:cs typeface="Arial"/>
            </a:endParaRPr>
          </a:p>
        </p:txBody>
      </p:sp>
      <p:sp>
        <p:nvSpPr>
          <p:cNvPr id="171" name="Google Shape;171;p20">
            <a:extLst>
              <a:ext uri="{FF2B5EF4-FFF2-40B4-BE49-F238E27FC236}">
                <a16:creationId xmlns:a16="http://schemas.microsoft.com/office/drawing/2014/main" id="{415EF019-E4B3-49A2-91D3-B858CB66EFEB}"/>
              </a:ext>
            </a:extLst>
          </p:cNvPr>
          <p:cNvSpPr>
            <a:spLocks noGrp="1"/>
          </p:cNvSpPr>
          <p:nvPr/>
        </p:nvSpPr>
        <p:spPr>
          <a:xfrm>
            <a:off x="127000" y="6458693"/>
            <a:ext cx="3911600" cy="307777"/>
          </a:xfrm>
          <a:prstGeom prst="rect">
            <a:avLst/>
          </a:prstGeom>
          <a:noFill/>
          <a:ln>
            <a:noFill/>
          </a:ln>
        </p:spPr>
        <p:txBody>
          <a:bodyPr spcFirstLastPara="1" wrap="square" lIns="91425" tIns="45700" rIns="91425" bIns="45700" anchor="t">
            <a:spAutoFit/>
          </a:bodyPr>
          <a:lstStyle/>
          <a:p>
            <a:pPr marL="0" marR="0" lvl="0" indent="0" algn="l">
              <a:lnSpc>
                <a:spcPct val="100000"/>
              </a:lnSpc>
              <a:spcBef>
                <a:spcPts val="0"/>
              </a:spcBef>
              <a:spcAft>
                <a:spcPts val="0"/>
              </a:spcAft>
              <a:buClr>
                <a:schemeClr val="lt1"/>
              </a:buClr>
              <a:buSzPts val="1400"/>
              <a:buFont typeface="Arial"/>
              <a:buNone/>
            </a:pPr>
            <a:r>
              <a:rPr sz="1400">
                <a:solidFill>
                  <a:schemeClr val="lt1"/>
                </a:solidFill>
                <a:latin typeface="Arial"/>
                <a:ea typeface="Arial"/>
                <a:cs typeface="Arial"/>
              </a:rPr>
              <a:t>lac.tghn.org</a:t>
            </a:r>
            <a:endParaRPr sz="1400" b="0" i="0">
              <a:solidFill>
                <a:schemeClr val="lt1"/>
              </a:solidFill>
              <a:latin typeface="Arial"/>
              <a:ea typeface="Arial"/>
              <a:cs typeface="Arial"/>
            </a:endParaRPr>
          </a:p>
        </p:txBody>
      </p:sp>
      <p:sp>
        <p:nvSpPr>
          <p:cNvPr id="172" name="Google Shape;172;p20">
            <a:extLst>
              <a:ext uri="{FF2B5EF4-FFF2-40B4-BE49-F238E27FC236}">
                <a16:creationId xmlns:a16="http://schemas.microsoft.com/office/drawing/2014/main" id="{F47BDCA5-B8F8-4259-A48D-E42A0BDC101C}"/>
              </a:ext>
            </a:extLst>
          </p:cNvPr>
          <p:cNvSpPr>
            <a:spLocks noGrp="1"/>
          </p:cNvSpPr>
          <p:nvPr/>
        </p:nvSpPr>
        <p:spPr>
          <a:xfrm>
            <a:off x="8816787" y="4382770"/>
            <a:ext cx="3375213" cy="365125"/>
          </a:xfrm>
          <a:prstGeom prst="rect">
            <a:avLst/>
          </a:prstGeom>
          <a:noFill/>
          <a:ln>
            <a:noFill/>
          </a:ln>
        </p:spPr>
        <p:txBody>
          <a:bodyPr spcFirstLastPara="1" wrap="square" lIns="91425" tIns="45700" rIns="91425" bIns="45700" anchor="ctr">
            <a:noAutofit/>
          </a:bodyPr>
          <a:lstStyle/>
          <a:p>
            <a:pPr marL="0" marR="0" lvl="0" indent="0" algn="r">
              <a:spcBef>
                <a:spcPts val="0"/>
              </a:spcBef>
              <a:spcAft>
                <a:spcPts val="0"/>
              </a:spcAft>
              <a:buNone/>
            </a:pPr>
            <a:fld id="{00000000-1234-1234-1234-123412341234}" type="slidenum">
              <a:rPr sz="1200">
                <a:solidFill>
                  <a:schemeClr val="lt1"/>
                </a:solidFill>
                <a:latin typeface="Arial"/>
                <a:ea typeface="Arial"/>
                <a:cs typeface="Arial"/>
              </a:rPr>
              <a:t>‹Nº›</a:t>
            </a:fld>
            <a:endParaRPr sz="1200">
              <a:solidFill>
                <a:schemeClr val="lt1"/>
              </a:solidFill>
              <a:latin typeface="Arial"/>
              <a:ea typeface="Arial"/>
              <a:cs typeface="Arial"/>
            </a:endParaRPr>
          </a:p>
        </p:txBody>
      </p:sp>
      <p:sp>
        <p:nvSpPr>
          <p:cNvPr id="173" name="Google Shape;173;p20">
            <a:extLst>
              <a:ext uri="{FF2B5EF4-FFF2-40B4-BE49-F238E27FC236}">
                <a16:creationId xmlns:a16="http://schemas.microsoft.com/office/drawing/2014/main" id="{7BA608E6-D207-47E4-A1D5-1D582ABE6AB6}"/>
              </a:ext>
            </a:extLst>
          </p:cNvPr>
          <p:cNvSpPr>
            <a:spLocks noGrp="1"/>
          </p:cNvSpPr>
          <p:nvPr/>
        </p:nvSpPr>
        <p:spPr>
          <a:xfrm>
            <a:off x="9080500" y="6458693"/>
            <a:ext cx="2984500" cy="307777"/>
          </a:xfrm>
          <a:prstGeom prst="rect">
            <a:avLst/>
          </a:prstGeom>
          <a:noFill/>
          <a:ln>
            <a:noFill/>
          </a:ln>
        </p:spPr>
        <p:txBody>
          <a:bodyPr spcFirstLastPara="1" wrap="square" lIns="91425" tIns="45700" rIns="91425" bIns="45700" anchor="t">
            <a:spAutoFit/>
          </a:bodyPr>
          <a:lstStyle/>
          <a:p>
            <a:pPr marL="0" marR="0" lvl="0" indent="0" algn="r">
              <a:lnSpc>
                <a:spcPct val="100000"/>
              </a:lnSpc>
              <a:spcBef>
                <a:spcPts val="0"/>
              </a:spcBef>
              <a:spcAft>
                <a:spcPts val="0"/>
              </a:spcAft>
              <a:buClr>
                <a:schemeClr val="lt1"/>
              </a:buClr>
              <a:buSzPts val="1400"/>
              <a:buFont typeface="Arial"/>
              <a:buNone/>
            </a:pPr>
            <a:fld id="{00000000-1234-1234-1234-123412341234}" type="slidenum">
              <a:rPr sz="1400">
                <a:solidFill>
                  <a:schemeClr val="lt1"/>
                </a:solidFill>
                <a:latin typeface="Arial"/>
                <a:ea typeface="Arial"/>
                <a:cs typeface="Arial"/>
              </a:rPr>
              <a:t>‹Nº›</a:t>
            </a:fld>
            <a:endParaRPr sz="1400" b="0" i="0">
              <a:solidFill>
                <a:schemeClr val="lt1"/>
              </a:solidFill>
              <a:latin typeface="Arial"/>
              <a:ea typeface="Arial"/>
              <a:cs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10" name="Google Shape;10;p1">
            <a:extLst>
              <a:ext uri="{FF2B5EF4-FFF2-40B4-BE49-F238E27FC236}">
                <a16:creationId xmlns:a16="http://schemas.microsoft.com/office/drawing/2014/main" id="{63CB3D5A-6B0A-44B9-8BF0-D25D4A0E2476}"/>
              </a:ext>
            </a:extLst>
          </p:cNvPr>
          <p:cNvSpPr>
            <a:spLocks noGrp="1"/>
          </p:cNvSpPr>
          <p:nvPr>
            <p:ph type="body" idx="1"/>
          </p:nvPr>
        </p:nvSpPr>
        <p:spPr>
          <a:xfrm>
            <a:off x="127000" y="1485900"/>
            <a:ext cx="11226800" cy="4691063"/>
          </a:xfrm>
          <a:prstGeom prst="rect">
            <a:avLst/>
          </a:prstGeom>
          <a:noFill/>
          <a:ln>
            <a:noFill/>
          </a:ln>
        </p:spPr>
        <p:txBody>
          <a:bodyPr spcFirstLastPara="1" wrap="square" lIns="91425" tIns="45700" rIns="91425" bIns="45700" anchor="t">
            <a:normAutofit/>
          </a:bodyPr>
          <a:lstStyle>
            <a:lvl1pPr marL="457200" marR="0" indent="-406400" algn="l">
              <a:lnSpc>
                <a:spcPct val="90000"/>
              </a:lnSpc>
              <a:spcBef>
                <a:spcPts val="1000"/>
              </a:spcBef>
              <a:spcAft>
                <a:spcPts val="0"/>
              </a:spcAft>
              <a:buClr>
                <a:schemeClr val="dk1"/>
              </a:buClr>
              <a:buSzPts val="2800"/>
              <a:buFont typeface="Arial"/>
              <a:buChar char="•"/>
              <a:defRPr sz="2800" b="0" i="0" u="none" cap="none">
                <a:solidFill>
                  <a:schemeClr val="dk1"/>
                </a:solidFill>
                <a:latin typeface="Noto Sans"/>
                <a:ea typeface="Noto Sans"/>
                <a:cs typeface="Noto Sans"/>
              </a:defRPr>
            </a:lvl1pPr>
            <a:lvl2pPr marL="914400" marR="0" indent="-381000" algn="l">
              <a:lnSpc>
                <a:spcPct val="90000"/>
              </a:lnSpc>
              <a:spcBef>
                <a:spcPts val="500"/>
              </a:spcBef>
              <a:spcAft>
                <a:spcPts val="0"/>
              </a:spcAft>
              <a:buClr>
                <a:schemeClr val="dk1"/>
              </a:buClr>
              <a:buSzPts val="2400"/>
              <a:buFont typeface="Arial"/>
              <a:buChar char="•"/>
              <a:defRPr sz="2400" b="0" i="0" u="none" cap="none">
                <a:solidFill>
                  <a:schemeClr val="dk1"/>
                </a:solidFill>
                <a:latin typeface="Noto Sans"/>
                <a:ea typeface="Noto Sans"/>
                <a:cs typeface="Noto Sans"/>
              </a:defRPr>
            </a:lvl2pPr>
            <a:lvl3pPr marL="1371600" marR="0" indent="-355600" algn="l">
              <a:lnSpc>
                <a:spcPct val="90000"/>
              </a:lnSpc>
              <a:spcBef>
                <a:spcPts val="500"/>
              </a:spcBef>
              <a:spcAft>
                <a:spcPts val="0"/>
              </a:spcAft>
              <a:buClr>
                <a:schemeClr val="dk1"/>
              </a:buClr>
              <a:buSzPts val="2000"/>
              <a:buFont typeface="Arial"/>
              <a:buChar char="•"/>
              <a:defRPr sz="2000" b="0" i="0" u="none" cap="none">
                <a:solidFill>
                  <a:schemeClr val="dk1"/>
                </a:solidFill>
                <a:latin typeface="Noto Sans"/>
                <a:ea typeface="Noto Sans"/>
                <a:cs typeface="Noto Sans"/>
              </a:defRPr>
            </a:lvl3pPr>
            <a:lvl4pPr marL="1828800" marR="0" indent="-342900" algn="l">
              <a:lnSpc>
                <a:spcPct val="90000"/>
              </a:lnSpc>
              <a:spcBef>
                <a:spcPts val="500"/>
              </a:spcBef>
              <a:spcAft>
                <a:spcPts val="0"/>
              </a:spcAft>
              <a:buClr>
                <a:schemeClr val="dk1"/>
              </a:buClr>
              <a:buSzPts val="1800"/>
              <a:buFont typeface="Arial"/>
              <a:buChar char="•"/>
              <a:defRPr sz="1800" b="0" i="0" u="none" cap="none">
                <a:solidFill>
                  <a:schemeClr val="dk1"/>
                </a:solidFill>
                <a:latin typeface="Noto Sans"/>
                <a:ea typeface="Noto Sans"/>
                <a:cs typeface="Noto Sans"/>
              </a:defRPr>
            </a:lvl4pPr>
            <a:lvl5pPr marL="2286000" marR="0" indent="-342900" algn="l">
              <a:lnSpc>
                <a:spcPct val="90000"/>
              </a:lnSpc>
              <a:spcBef>
                <a:spcPts val="500"/>
              </a:spcBef>
              <a:spcAft>
                <a:spcPts val="0"/>
              </a:spcAft>
              <a:buClr>
                <a:schemeClr val="dk1"/>
              </a:buClr>
              <a:buSzPts val="1800"/>
              <a:buFont typeface="Arial"/>
              <a:buChar char="•"/>
              <a:defRPr sz="1800" b="0" i="0" u="none" cap="none">
                <a:solidFill>
                  <a:schemeClr val="dk1"/>
                </a:solidFill>
                <a:latin typeface="Noto Sans"/>
                <a:ea typeface="Noto Sans"/>
                <a:cs typeface="Noto Sans"/>
              </a:defRPr>
            </a:lvl5pPr>
            <a:lvl6pPr marL="2743200" marR="0" indent="-342900" algn="l">
              <a:lnSpc>
                <a:spcPct val="90000"/>
              </a:lnSpc>
              <a:spcBef>
                <a:spcPts val="500"/>
              </a:spcBef>
              <a:spcAft>
                <a:spcPts val="0"/>
              </a:spcAft>
              <a:buClr>
                <a:schemeClr val="dk1"/>
              </a:buClr>
              <a:buSzPts val="1800"/>
              <a:buFont typeface="Arial"/>
              <a:buChar char="•"/>
              <a:defRPr sz="1800" b="0" i="0" u="none" cap="none">
                <a:solidFill>
                  <a:schemeClr val="dk1"/>
                </a:solidFill>
                <a:latin typeface="Arial"/>
                <a:ea typeface="Arial"/>
                <a:cs typeface="Arial"/>
              </a:defRPr>
            </a:lvl6pPr>
            <a:lvl7pPr marL="3200400" marR="0" indent="-342900" algn="l">
              <a:lnSpc>
                <a:spcPct val="90000"/>
              </a:lnSpc>
              <a:spcBef>
                <a:spcPts val="500"/>
              </a:spcBef>
              <a:spcAft>
                <a:spcPts val="0"/>
              </a:spcAft>
              <a:buClr>
                <a:schemeClr val="dk1"/>
              </a:buClr>
              <a:buSzPts val="1800"/>
              <a:buFont typeface="Arial"/>
              <a:buChar char="•"/>
              <a:defRPr sz="1800" b="0" i="0" u="none" cap="none">
                <a:solidFill>
                  <a:schemeClr val="dk1"/>
                </a:solidFill>
                <a:latin typeface="Arial"/>
                <a:ea typeface="Arial"/>
                <a:cs typeface="Arial"/>
              </a:defRPr>
            </a:lvl7pPr>
            <a:lvl8pPr marL="3657600" marR="0" indent="-342900" algn="l">
              <a:lnSpc>
                <a:spcPct val="90000"/>
              </a:lnSpc>
              <a:spcBef>
                <a:spcPts val="500"/>
              </a:spcBef>
              <a:spcAft>
                <a:spcPts val="0"/>
              </a:spcAft>
              <a:buClr>
                <a:schemeClr val="dk1"/>
              </a:buClr>
              <a:buSzPts val="1800"/>
              <a:buFont typeface="Arial"/>
              <a:buChar char="•"/>
              <a:defRPr sz="1800" b="0" i="0" u="none" cap="none">
                <a:solidFill>
                  <a:schemeClr val="dk1"/>
                </a:solidFill>
                <a:latin typeface="Arial"/>
                <a:ea typeface="Arial"/>
                <a:cs typeface="Arial"/>
              </a:defRPr>
            </a:lvl8pPr>
            <a:lvl9pPr marL="4114800" marR="0" indent="-342900" algn="l">
              <a:lnSpc>
                <a:spcPct val="90000"/>
              </a:lnSpc>
              <a:spcBef>
                <a:spcPts val="500"/>
              </a:spcBef>
              <a:spcAft>
                <a:spcPts val="0"/>
              </a:spcAft>
              <a:buClr>
                <a:schemeClr val="dk1"/>
              </a:buClr>
              <a:buSzPts val="1800"/>
              <a:buFont typeface="Arial"/>
              <a:buChar char="•"/>
              <a:defRPr sz="1800" b="0" i="0" u="none" cap="none">
                <a:solidFill>
                  <a:schemeClr val="dk1"/>
                </a:solidFill>
                <a:latin typeface="Arial"/>
                <a:ea typeface="Arial"/>
                <a:cs typeface="Arial"/>
              </a:defRPr>
            </a:lvl9pPr>
          </a:lstStyle>
          <a:p>
            <a:endParaRPr/>
          </a:p>
        </p:txBody>
      </p:sp>
      <p:sp>
        <p:nvSpPr>
          <p:cNvPr id="11" name="Google Shape;11;p1">
            <a:extLst>
              <a:ext uri="{FF2B5EF4-FFF2-40B4-BE49-F238E27FC236}">
                <a16:creationId xmlns:a16="http://schemas.microsoft.com/office/drawing/2014/main" id="{A413C852-D55A-4A02-9EDC-FE00DAE52496}"/>
              </a:ext>
            </a:extLst>
          </p:cNvPr>
          <p:cNvSpPr>
            <a:spLocks noGrp="1"/>
          </p:cNvSpPr>
          <p:nvPr>
            <p:ph type="title"/>
          </p:nvPr>
        </p:nvSpPr>
        <p:spPr>
          <a:xfrm>
            <a:off x="127000" y="217365"/>
            <a:ext cx="11226800" cy="1127670"/>
          </a:xfrm>
          <a:prstGeom prst="rect">
            <a:avLst/>
          </a:prstGeom>
          <a:noFill/>
          <a:ln>
            <a:noFill/>
          </a:ln>
        </p:spPr>
        <p:txBody>
          <a:bodyPr spcFirstLastPara="1" wrap="square" lIns="91425" tIns="45700" rIns="91425" bIns="45700" anchor="ctr">
            <a:normAutofit/>
          </a:bodyPr>
          <a:lstStyle>
            <a:lvl1pPr marR="0" algn="l">
              <a:lnSpc>
                <a:spcPct val="90000"/>
              </a:lnSpc>
              <a:spcBef>
                <a:spcPts val="0"/>
              </a:spcBef>
              <a:spcAft>
                <a:spcPts val="0"/>
              </a:spcAft>
              <a:buClr>
                <a:schemeClr val="dk1"/>
              </a:buClr>
              <a:buSzPts val="4000"/>
              <a:buFont typeface="Noto Sans SemiBold"/>
              <a:buNone/>
              <a:defRPr sz="4000" b="1" i="0" u="none" cap="none">
                <a:solidFill>
                  <a:schemeClr val="dk1"/>
                </a:solidFill>
                <a:latin typeface="Noto Sans SemiBold"/>
                <a:ea typeface="Noto Sans SemiBold"/>
                <a:cs typeface="Noto Sans SemiBold"/>
              </a:defRPr>
            </a:lvl1pPr>
            <a:lvl2pPr>
              <a:spcBef>
                <a:spcPts val="0"/>
              </a:spcBef>
              <a:spcAft>
                <a:spcPts val="0"/>
              </a:spcAft>
              <a:buSzPts val="1400"/>
              <a:buNone/>
              <a:defRPr sz="1800"/>
            </a:lvl2pPr>
            <a:lvl3pPr>
              <a:spcBef>
                <a:spcPts val="0"/>
              </a:spcBef>
              <a:spcAft>
                <a:spcPts val="0"/>
              </a:spcAft>
              <a:buSzPts val="1400"/>
              <a:buNone/>
              <a:defRPr sz="1800"/>
            </a:lvl3pPr>
            <a:lvl4pPr>
              <a:spcBef>
                <a:spcPts val="0"/>
              </a:spcBef>
              <a:spcAft>
                <a:spcPts val="0"/>
              </a:spcAft>
              <a:buSzPts val="1400"/>
              <a:buNone/>
              <a:defRPr sz="1800"/>
            </a:lvl4pPr>
            <a:lvl5pPr>
              <a:spcBef>
                <a:spcPts val="0"/>
              </a:spcBef>
              <a:spcAft>
                <a:spcPts val="0"/>
              </a:spcAft>
              <a:buSzPts val="1400"/>
              <a:buNone/>
              <a:defRPr sz="1800"/>
            </a:lvl5pPr>
            <a:lvl6pPr>
              <a:spcBef>
                <a:spcPts val="0"/>
              </a:spcBef>
              <a:spcAft>
                <a:spcPts val="0"/>
              </a:spcAft>
              <a:buSzPts val="1400"/>
              <a:buNone/>
              <a:defRPr sz="1800"/>
            </a:lvl6pPr>
            <a:lvl7pPr>
              <a:spcBef>
                <a:spcPts val="0"/>
              </a:spcBef>
              <a:spcAft>
                <a:spcPts val="0"/>
              </a:spcAft>
              <a:buSzPts val="1400"/>
              <a:buNone/>
              <a:defRPr sz="1800"/>
            </a:lvl7pPr>
            <a:lvl8pPr>
              <a:spcBef>
                <a:spcPts val="0"/>
              </a:spcBef>
              <a:spcAft>
                <a:spcPts val="0"/>
              </a:spcAft>
              <a:buSzPts val="1400"/>
              <a:buNone/>
              <a:defRPr sz="1800"/>
            </a:lvl8pPr>
            <a:lvl9pPr>
              <a:spcBef>
                <a:spcPts val="0"/>
              </a:spcBef>
              <a:spcAft>
                <a:spcPts val="0"/>
              </a:spcAft>
              <a:buSzPts val="1400"/>
              <a:buNone/>
              <a:defRPr sz="1800"/>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55" r:id="rId6"/>
    <p:sldLayoutId id="2147483656" r:id="rId7"/>
    <p:sldLayoutId id="2147483657" r:id="rId8"/>
  </p:sldLayoutIdLst>
  <p:hf hdr="0" ftr="0" dt="0"/>
  <p:txStyles>
    <p:titleStyle>
      <a:lvl1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colab.research.google.com/drive/1Q3oRt1FB41TuPB05zgH-VdLNzcJ-nRXC?usp=sharing"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pcornet.org/" TargetMode="External"/><Relationship Id="rId2" Type="http://schemas.openxmlformats.org/officeDocument/2006/relationships/hyperlink" Target="https://www.ohdsi.org/data-standardization/"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hyperlink" Target="https://pmc.ncbi.nlm.nih.gov/articles/PMC11571052/" TargetMode="External"/><Relationship Id="rId3" Type="http://schemas.openxmlformats.org/officeDocument/2006/relationships/hyperlink" Target="https://opaldoc.obiba.org/en/dev/data-harmonization.html" TargetMode="External"/><Relationship Id="rId7" Type="http://schemas.openxmlformats.org/officeDocument/2006/relationships/hyperlink" Target="https://pmc.ncbi.nlm.nih.gov/articles/PMC8514765/" TargetMode="External"/><Relationship Id="rId2" Type="http://schemas.openxmlformats.org/officeDocument/2006/relationships/hyperlink" Target="https://zenodo.org/records/21702267" TargetMode="External"/><Relationship Id="rId1" Type="http://schemas.openxmlformats.org/officeDocument/2006/relationships/slideLayout" Target="../slideLayouts/slideLayout2.xml"/><Relationship Id="rId6" Type="http://schemas.openxmlformats.org/officeDocument/2006/relationships/hyperlink" Target="https://docs.opensafely.org/federation/" TargetMode="External"/><Relationship Id="rId5" Type="http://schemas.openxmlformats.org/officeDocument/2006/relationships/hyperlink" Target="https://academic.oup.com/ije/article/46/5/1372/4102813" TargetMode="External"/><Relationship Id="rId4" Type="http://schemas.openxmlformats.org/officeDocument/2006/relationships/hyperlink" Target="https://opaldoc.obiba.org/en/dev/python-user-guide/datasources/data-dictionary.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ession_title">
            <a:extLst>
              <a:ext uri="{FF2B5EF4-FFF2-40B4-BE49-F238E27FC236}">
                <a16:creationId xmlns:a16="http://schemas.microsoft.com/office/drawing/2014/main" id="{BA34A4D1-31C8-4CC9-86B2-F976A6245334}"/>
              </a:ext>
            </a:extLst>
          </p:cNvPr>
          <p:cNvSpPr>
            <a:spLocks noGrp="1"/>
          </p:cNvSpPr>
          <p:nvPr/>
        </p:nvSpPr>
        <p:spPr>
          <a:xfrm>
            <a:off x="714375" y="2743200"/>
            <a:ext cx="10763250" cy="1714500"/>
          </a:xfrm>
          <a:prstGeom prst="rect">
            <a:avLst/>
          </a:prstGeom>
          <a:noFill/>
          <a:ln w="0">
            <a:noFill/>
          </a:ln>
        </p:spPr>
        <p:txBody>
          <a:bodyPr lIns="0" tIns="0" rIns="0" bIns="0" anchor="t">
            <a:noAutofit/>
          </a:bodyPr>
          <a:lstStyle/>
          <a:p>
            <a:pPr>
              <a:buNone/>
              <a:defRPr sz="4275" b="1">
                <a:solidFill>
                  <a:srgbClr val="FFFFFF"/>
                </a:solidFill>
                <a:latin typeface="Noto Sans"/>
                <a:ea typeface="Noto Sans"/>
                <a:cs typeface="Noto Sans"/>
              </a:defRPr>
            </a:pPr>
            <a:r>
              <a:rPr lang="es-CO" sz="4275" dirty="0">
                <a:solidFill>
                  <a:srgbClr val="FFFFFF"/>
                </a:solidFill>
                <a:latin typeface="Noto Sans"/>
              </a:rPr>
              <a:t>Actividad de Conversión de la ficha epidemiológica de dengue a un diccionario común </a:t>
            </a:r>
            <a:endParaRPr sz="4275" b="1" dirty="0">
              <a:solidFill>
                <a:srgbClr val="FFFFFF"/>
              </a:solidFill>
              <a:latin typeface="Noto Sans"/>
              <a:ea typeface="Noto Sans"/>
              <a:cs typeface="Noto Sans"/>
            </a:endParaRPr>
          </a:p>
        </p:txBody>
      </p:sp>
      <p:sp>
        <p:nvSpPr>
          <p:cNvPr id="2" name="session_subtitle">
            <a:extLst>
              <a:ext uri="{FF2B5EF4-FFF2-40B4-BE49-F238E27FC236}">
                <a16:creationId xmlns:a16="http://schemas.microsoft.com/office/drawing/2014/main" id="{EBB2D003-4E8B-46DA-9357-5FA9CCCDD413}"/>
              </a:ext>
            </a:extLst>
          </p:cNvPr>
          <p:cNvSpPr>
            <a:spLocks noGrp="1"/>
          </p:cNvSpPr>
          <p:nvPr/>
        </p:nvSpPr>
        <p:spPr>
          <a:xfrm>
            <a:off x="742950" y="4781550"/>
            <a:ext cx="10620375" cy="1028700"/>
          </a:xfrm>
          <a:prstGeom prst="rect">
            <a:avLst/>
          </a:prstGeom>
          <a:noFill/>
          <a:ln w="0">
            <a:noFill/>
          </a:ln>
        </p:spPr>
        <p:txBody>
          <a:bodyPr lIns="0" tIns="0" rIns="0" bIns="0" anchor="t">
            <a:noAutofit/>
          </a:bodyPr>
          <a:lstStyle/>
          <a:p>
            <a:pPr>
              <a:buNone/>
              <a:defRPr sz="2025" b="0">
                <a:solidFill>
                  <a:srgbClr val="FFFFFF"/>
                </a:solidFill>
                <a:latin typeface="Noto Sans"/>
                <a:ea typeface="Noto Sans"/>
                <a:cs typeface="Noto Sans"/>
              </a:defRPr>
            </a:pPr>
            <a:r>
              <a:rPr lang="es-CO" sz="2025" b="0" dirty="0">
                <a:solidFill>
                  <a:srgbClr val="FFFFFF"/>
                </a:solidFill>
                <a:latin typeface="Noto Sans"/>
                <a:ea typeface="Noto Sans"/>
                <a:cs typeface="Noto Sans"/>
              </a:rPr>
              <a:t>Lyda Osorio MD PhD</a:t>
            </a:r>
          </a:p>
          <a:p>
            <a:pPr>
              <a:buNone/>
              <a:defRPr sz="2025" b="0">
                <a:solidFill>
                  <a:srgbClr val="FFFFFF"/>
                </a:solidFill>
                <a:latin typeface="Noto Sans"/>
                <a:ea typeface="Noto Sans"/>
                <a:cs typeface="Noto Sans"/>
              </a:defRPr>
            </a:pPr>
            <a:r>
              <a:rPr lang="es-CO" sz="2025" dirty="0">
                <a:solidFill>
                  <a:srgbClr val="FFFFFF"/>
                </a:solidFill>
                <a:latin typeface="Noto Sans"/>
                <a:ea typeface="Noto Sans"/>
                <a:cs typeface="Noto Sans"/>
              </a:rPr>
              <a:t>Lyda.Osorio@correounivalle.edu.co</a:t>
            </a:r>
            <a:endParaRPr sz="2025" b="0" dirty="0">
              <a:solidFill>
                <a:srgbClr val="FFFFFF"/>
              </a:solidFill>
              <a:latin typeface="Noto Sans"/>
              <a:ea typeface="Noto Sans"/>
              <a:cs typeface="Noto Sans"/>
            </a:endParaRPr>
          </a:p>
        </p:txBody>
      </p:sp>
    </p:spTree>
    <p:extLst>
      <p:ext uri="{BB962C8B-B14F-4D97-AF65-F5344CB8AC3E}">
        <p14:creationId xmlns:p14="http://schemas.microsoft.com/office/powerpoint/2010/main" val="1117437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EC9D4839-028C-16F7-40C6-0D6C8A8BA4C1}"/>
              </a:ext>
            </a:extLst>
          </p:cNvPr>
          <p:cNvSpPr>
            <a:spLocks noGrp="1"/>
          </p:cNvSpPr>
          <p:nvPr>
            <p:ph type="title"/>
          </p:nvPr>
        </p:nvSpPr>
        <p:spPr>
          <a:xfrm>
            <a:off x="206187" y="696595"/>
            <a:ext cx="11779624" cy="1325563"/>
          </a:xfrm>
        </p:spPr>
        <p:txBody>
          <a:bodyPr/>
          <a:lstStyle/>
          <a:p>
            <a:r>
              <a:rPr lang="es-CO" dirty="0">
                <a:latin typeface="+mj-lt"/>
              </a:rPr>
              <a:t>Objetivos de aprendizaje</a:t>
            </a:r>
          </a:p>
        </p:txBody>
      </p:sp>
      <p:sp>
        <p:nvSpPr>
          <p:cNvPr id="5" name="Marcador de texto 4">
            <a:extLst>
              <a:ext uri="{FF2B5EF4-FFF2-40B4-BE49-F238E27FC236}">
                <a16:creationId xmlns:a16="http://schemas.microsoft.com/office/drawing/2014/main" id="{E79AB8CC-4809-30D9-7CDF-E43126085A73}"/>
              </a:ext>
            </a:extLst>
          </p:cNvPr>
          <p:cNvSpPr>
            <a:spLocks noGrp="1"/>
          </p:cNvSpPr>
          <p:nvPr>
            <p:ph type="body" idx="1"/>
          </p:nvPr>
        </p:nvSpPr>
        <p:spPr/>
        <p:txBody>
          <a:bodyPr>
            <a:normAutofit/>
          </a:bodyPr>
          <a:lstStyle/>
          <a:p>
            <a:pPr marL="228600" indent="0"/>
            <a:r>
              <a:rPr lang="es-CO" sz="3200" dirty="0">
                <a:latin typeface="+mj-lt"/>
              </a:rPr>
              <a:t>Al final de la sesión </a:t>
            </a:r>
            <a:r>
              <a:rPr lang="es-CO" sz="3200" dirty="0" err="1">
                <a:latin typeface="+mj-lt"/>
              </a:rPr>
              <a:t>l@s</a:t>
            </a:r>
            <a:r>
              <a:rPr lang="es-CO" sz="3200" dirty="0">
                <a:latin typeface="+mj-lt"/>
              </a:rPr>
              <a:t> participantes deben de estar en capacidad de:</a:t>
            </a:r>
          </a:p>
          <a:p>
            <a:pPr marL="742950" indent="-514350">
              <a:buFont typeface="+mj-lt"/>
              <a:buAutoNum type="arabicPeriod"/>
            </a:pPr>
            <a:r>
              <a:rPr lang="es-CO" sz="3200" dirty="0">
                <a:latin typeface="+mj-lt"/>
              </a:rPr>
              <a:t>Identificar el contenido del diccionario de datos federado</a:t>
            </a:r>
          </a:p>
          <a:p>
            <a:pPr marL="742950" indent="-514350">
              <a:buFont typeface="+mj-lt"/>
              <a:buAutoNum type="arabicPeriod"/>
            </a:pPr>
            <a:r>
              <a:rPr lang="es-CO" sz="3200" dirty="0">
                <a:latin typeface="+mj-lt"/>
              </a:rPr>
              <a:t>Traducir variables de registros epidemiológicos y clínicos (como las fichas de SIVIGILA e historias clínicas) en esquemas de datos estructurados y armonizados aptos para análisis federados. </a:t>
            </a:r>
          </a:p>
        </p:txBody>
      </p:sp>
    </p:spTree>
    <p:extLst>
      <p:ext uri="{BB962C8B-B14F-4D97-AF65-F5344CB8AC3E}">
        <p14:creationId xmlns:p14="http://schemas.microsoft.com/office/powerpoint/2010/main" val="2281241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B2732BE8-CB60-3322-F0D8-6B00601765FE}"/>
              </a:ext>
            </a:extLst>
          </p:cNvPr>
          <p:cNvSpPr>
            <a:spLocks noGrp="1"/>
          </p:cNvSpPr>
          <p:nvPr>
            <p:ph type="sldNum" idx="12"/>
          </p:nvPr>
        </p:nvSpPr>
        <p:spPr/>
        <p:txBody>
          <a:bodyPr/>
          <a:lstStyle/>
          <a:p>
            <a:pPr marL="0" lvl="0" indent="0" algn="r">
              <a:spcBef>
                <a:spcPts val="0"/>
              </a:spcBef>
              <a:spcAft>
                <a:spcPts val="0"/>
              </a:spcAft>
              <a:buNone/>
            </a:pPr>
            <a:fld id="{00000000-1234-1234-1234-123412341234}" type="slidenum">
              <a:rPr lang="es-CO" smtClean="0"/>
              <a:t>3</a:t>
            </a:fld>
            <a:endParaRPr lang="es-CO" dirty="0"/>
          </a:p>
        </p:txBody>
      </p:sp>
      <p:sp>
        <p:nvSpPr>
          <p:cNvPr id="3" name="Título 2">
            <a:extLst>
              <a:ext uri="{FF2B5EF4-FFF2-40B4-BE49-F238E27FC236}">
                <a16:creationId xmlns:a16="http://schemas.microsoft.com/office/drawing/2014/main" id="{8A303A82-8D88-4895-5CBC-053BF63206DF}"/>
              </a:ext>
            </a:extLst>
          </p:cNvPr>
          <p:cNvSpPr>
            <a:spLocks noGrp="1"/>
          </p:cNvSpPr>
          <p:nvPr>
            <p:ph type="title"/>
          </p:nvPr>
        </p:nvSpPr>
        <p:spPr>
          <a:xfrm>
            <a:off x="206188" y="918446"/>
            <a:ext cx="11779624" cy="1325563"/>
          </a:xfrm>
        </p:spPr>
        <p:txBody>
          <a:bodyPr>
            <a:normAutofit/>
          </a:bodyPr>
          <a:lstStyle/>
          <a:p>
            <a:r>
              <a:rPr lang="es-CO" sz="3600" dirty="0">
                <a:latin typeface="+mj-lt"/>
              </a:rPr>
              <a:t>Definición y estructura del diccionario de datos (o </a:t>
            </a:r>
            <a:r>
              <a:rPr lang="es-CO" sz="3600" dirty="0" err="1">
                <a:latin typeface="+mj-lt"/>
              </a:rPr>
              <a:t>Codebook</a:t>
            </a:r>
            <a:r>
              <a:rPr lang="es-CO" sz="3600" dirty="0">
                <a:latin typeface="+mj-lt"/>
              </a:rPr>
              <a:t>)</a:t>
            </a:r>
          </a:p>
        </p:txBody>
      </p:sp>
      <p:sp>
        <p:nvSpPr>
          <p:cNvPr id="4" name="Marcador de texto 3">
            <a:extLst>
              <a:ext uri="{FF2B5EF4-FFF2-40B4-BE49-F238E27FC236}">
                <a16:creationId xmlns:a16="http://schemas.microsoft.com/office/drawing/2014/main" id="{0A20FAE7-394E-3133-DD49-825AD50A34BE}"/>
              </a:ext>
            </a:extLst>
          </p:cNvPr>
          <p:cNvSpPr>
            <a:spLocks noGrp="1"/>
          </p:cNvSpPr>
          <p:nvPr>
            <p:ph type="body" idx="1"/>
          </p:nvPr>
        </p:nvSpPr>
        <p:spPr>
          <a:xfrm>
            <a:off x="0" y="2244009"/>
            <a:ext cx="11779623" cy="4054111"/>
          </a:xfrm>
        </p:spPr>
        <p:txBody>
          <a:bodyPr>
            <a:normAutofit lnSpcReduction="10000"/>
          </a:bodyPr>
          <a:lstStyle/>
          <a:p>
            <a:r>
              <a:rPr lang="es-CO" sz="2000" dirty="0">
                <a:latin typeface="+mj-lt"/>
              </a:rPr>
              <a:t>Un </a:t>
            </a:r>
            <a:r>
              <a:rPr lang="es-CO" sz="2000" b="1" dirty="0">
                <a:latin typeface="+mj-lt"/>
              </a:rPr>
              <a:t>diccionario de datos</a:t>
            </a:r>
            <a:r>
              <a:rPr lang="es-CO" sz="2000" dirty="0">
                <a:latin typeface="+mj-lt"/>
              </a:rPr>
              <a:t> (o </a:t>
            </a:r>
            <a:r>
              <a:rPr lang="es-CO" sz="2000" i="1" dirty="0" err="1">
                <a:latin typeface="+mj-lt"/>
              </a:rPr>
              <a:t>codebook</a:t>
            </a:r>
            <a:r>
              <a:rPr lang="es-CO" sz="2000" dirty="0">
                <a:latin typeface="+mj-lt"/>
              </a:rPr>
              <a:t>) es un archivo que describe minuciosamente la estructura, el significado y las características de cada variable en un conjunto de datos (</a:t>
            </a:r>
            <a:r>
              <a:rPr lang="es-CO" sz="2000" dirty="0" err="1">
                <a:latin typeface="+mj-lt"/>
              </a:rPr>
              <a:t>dataset</a:t>
            </a:r>
            <a:r>
              <a:rPr lang="es-CO" sz="2000" dirty="0">
                <a:latin typeface="+mj-lt"/>
              </a:rPr>
              <a:t>)</a:t>
            </a:r>
          </a:p>
          <a:p>
            <a:endParaRPr lang="es-CO" sz="2000" dirty="0">
              <a:latin typeface="+mj-lt"/>
            </a:endParaRPr>
          </a:p>
          <a:p>
            <a:r>
              <a:rPr lang="es-CO" sz="2000" dirty="0">
                <a:latin typeface="+mj-lt"/>
              </a:rPr>
              <a:t>Entre sus elementos clave suelen encontrarse:</a:t>
            </a:r>
          </a:p>
          <a:p>
            <a:pPr lvl="0"/>
            <a:r>
              <a:rPr lang="es-CO" sz="2000" dirty="0">
                <a:latin typeface="+mj-lt"/>
              </a:rPr>
              <a:t>🏷️ </a:t>
            </a:r>
            <a:r>
              <a:rPr lang="es-CO" sz="2000" b="1" dirty="0">
                <a:latin typeface="+mj-lt"/>
              </a:rPr>
              <a:t>Nombre y etiqueta:</a:t>
            </a:r>
            <a:r>
              <a:rPr lang="es-CO" sz="2000" dirty="0">
                <a:latin typeface="+mj-lt"/>
              </a:rPr>
              <a:t> El identificador en el </a:t>
            </a:r>
            <a:r>
              <a:rPr lang="es-CO" sz="2000" dirty="0" err="1">
                <a:latin typeface="+mj-lt"/>
              </a:rPr>
              <a:t>dataset</a:t>
            </a:r>
            <a:r>
              <a:rPr lang="es-CO" sz="2000" dirty="0">
                <a:latin typeface="+mj-lt"/>
              </a:rPr>
              <a:t> (ej. </a:t>
            </a:r>
            <a:r>
              <a:rPr lang="es-CO" sz="2000" dirty="0" err="1">
                <a:latin typeface="+mj-lt"/>
              </a:rPr>
              <a:t>edad_resp</a:t>
            </a:r>
            <a:r>
              <a:rPr lang="es-CO" sz="2000" dirty="0">
                <a:latin typeface="+mj-lt"/>
              </a:rPr>
              <a:t>) y su descripción completa (ej. </a:t>
            </a:r>
            <a:r>
              <a:rPr lang="es-CO" sz="2000" i="1" dirty="0">
                <a:latin typeface="+mj-lt"/>
              </a:rPr>
              <a:t>"Edad del encuestado en años cumplidos"</a:t>
            </a:r>
            <a:r>
              <a:rPr lang="es-CO" sz="2000" dirty="0">
                <a:latin typeface="+mj-lt"/>
              </a:rPr>
              <a:t>).</a:t>
            </a:r>
          </a:p>
          <a:p>
            <a:pPr lvl="0"/>
            <a:r>
              <a:rPr lang="es-CO" sz="2000" dirty="0">
                <a:latin typeface="+mj-lt"/>
              </a:rPr>
              <a:t>🔢 </a:t>
            </a:r>
            <a:r>
              <a:rPr lang="es-CO" sz="2000" b="1" dirty="0">
                <a:latin typeface="+mj-lt"/>
              </a:rPr>
              <a:t>Tipo de dato:</a:t>
            </a:r>
            <a:r>
              <a:rPr lang="es-CO" sz="2000" dirty="0">
                <a:latin typeface="+mj-lt"/>
              </a:rPr>
              <a:t> Si la variable es numérica, texto, fecha, lógica/booleana.</a:t>
            </a:r>
          </a:p>
          <a:p>
            <a:pPr lvl="0"/>
            <a:r>
              <a:rPr lang="es-CO" sz="2000" dirty="0">
                <a:latin typeface="+mj-lt"/>
              </a:rPr>
              <a:t>🔣 </a:t>
            </a:r>
            <a:r>
              <a:rPr lang="es-CO" sz="2000" b="1" dirty="0">
                <a:latin typeface="+mj-lt"/>
              </a:rPr>
              <a:t>Códigos y valores:</a:t>
            </a:r>
            <a:r>
              <a:rPr lang="es-CO" sz="2000" dirty="0">
                <a:latin typeface="+mj-lt"/>
              </a:rPr>
              <a:t> El significado de cada categoría o valor (ej. 1 = Sí, 2 = No, 9 = No responde).</a:t>
            </a:r>
          </a:p>
          <a:p>
            <a:pPr lvl="0"/>
            <a:r>
              <a:rPr lang="es-CO" sz="2000" dirty="0">
                <a:latin typeface="+mj-lt"/>
              </a:rPr>
              <a:t>❓ </a:t>
            </a:r>
            <a:r>
              <a:rPr lang="es-CO" sz="2000" b="1" dirty="0">
                <a:latin typeface="+mj-lt"/>
              </a:rPr>
              <a:t>Reglas de datos nulos:</a:t>
            </a:r>
            <a:r>
              <a:rPr lang="es-CO" sz="2000" dirty="0">
                <a:latin typeface="+mj-lt"/>
              </a:rPr>
              <a:t> Cómo se identifican los valores no aplicables (ej. NA, 999).</a:t>
            </a:r>
          </a:p>
          <a:p>
            <a:pPr lvl="0"/>
            <a:r>
              <a:rPr lang="es-CO" sz="2000" dirty="0">
                <a:latin typeface="+mj-lt"/>
              </a:rPr>
              <a:t>📏 </a:t>
            </a:r>
            <a:r>
              <a:rPr lang="es-CO" sz="2000" b="1" dirty="0">
                <a:latin typeface="+mj-lt"/>
              </a:rPr>
              <a:t>Unidades de medida:</a:t>
            </a:r>
            <a:r>
              <a:rPr lang="es-CO" sz="2000" dirty="0">
                <a:latin typeface="+mj-lt"/>
              </a:rPr>
              <a:t> La escala empleada a la variable (ej. kilogramos, metros).</a:t>
            </a:r>
          </a:p>
          <a:p>
            <a:endParaRPr lang="es-CO" sz="800" dirty="0"/>
          </a:p>
        </p:txBody>
      </p:sp>
    </p:spTree>
    <p:extLst>
      <p:ext uri="{BB962C8B-B14F-4D97-AF65-F5344CB8AC3E}">
        <p14:creationId xmlns:p14="http://schemas.microsoft.com/office/powerpoint/2010/main" val="13538936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5C732D-9E01-155F-AA2E-C084C8F38BBB}"/>
            </a:ext>
          </a:extLst>
        </p:cNvPr>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AE555C21-76B1-CF6E-9240-5121768BF295}"/>
              </a:ext>
            </a:extLst>
          </p:cNvPr>
          <p:cNvSpPr>
            <a:spLocks noGrp="1"/>
          </p:cNvSpPr>
          <p:nvPr>
            <p:ph type="sldNum" idx="12"/>
          </p:nvPr>
        </p:nvSpPr>
        <p:spPr/>
        <p:txBody>
          <a:bodyPr/>
          <a:lstStyle/>
          <a:p>
            <a:pPr marL="0" lvl="0" indent="0" algn="r">
              <a:spcBef>
                <a:spcPts val="0"/>
              </a:spcBef>
              <a:spcAft>
                <a:spcPts val="0"/>
              </a:spcAft>
              <a:buNone/>
            </a:pPr>
            <a:fld id="{00000000-1234-1234-1234-123412341234}" type="slidenum">
              <a:rPr lang="es-CO" smtClean="0"/>
              <a:t>4</a:t>
            </a:fld>
            <a:endParaRPr lang="es-CO" dirty="0"/>
          </a:p>
        </p:txBody>
      </p:sp>
      <p:sp>
        <p:nvSpPr>
          <p:cNvPr id="3" name="Título 2">
            <a:extLst>
              <a:ext uri="{FF2B5EF4-FFF2-40B4-BE49-F238E27FC236}">
                <a16:creationId xmlns:a16="http://schemas.microsoft.com/office/drawing/2014/main" id="{A1CF3CBF-B102-DE2D-E491-3154DA8365A4}"/>
              </a:ext>
            </a:extLst>
          </p:cNvPr>
          <p:cNvSpPr>
            <a:spLocks noGrp="1"/>
          </p:cNvSpPr>
          <p:nvPr>
            <p:ph type="title"/>
          </p:nvPr>
        </p:nvSpPr>
        <p:spPr>
          <a:xfrm>
            <a:off x="103094" y="726175"/>
            <a:ext cx="11779624" cy="1325563"/>
          </a:xfrm>
        </p:spPr>
        <p:txBody>
          <a:bodyPr>
            <a:normAutofit/>
          </a:bodyPr>
          <a:lstStyle/>
          <a:p>
            <a:r>
              <a:rPr lang="es-CO" sz="3600" dirty="0">
                <a:latin typeface="+mj-lt"/>
              </a:rPr>
              <a:t>Función del diccionario de datos (</a:t>
            </a:r>
            <a:r>
              <a:rPr lang="es-CO" sz="3600" dirty="0" err="1">
                <a:latin typeface="+mj-lt"/>
              </a:rPr>
              <a:t>Codebook</a:t>
            </a:r>
            <a:r>
              <a:rPr lang="es-CO" sz="3600" dirty="0">
                <a:latin typeface="+mj-lt"/>
              </a:rPr>
              <a:t>): “hablar el mismo idioma”</a:t>
            </a:r>
          </a:p>
        </p:txBody>
      </p:sp>
      <p:sp>
        <p:nvSpPr>
          <p:cNvPr id="4" name="Marcador de texto 3">
            <a:extLst>
              <a:ext uri="{FF2B5EF4-FFF2-40B4-BE49-F238E27FC236}">
                <a16:creationId xmlns:a16="http://schemas.microsoft.com/office/drawing/2014/main" id="{FC6AEF15-7F88-800A-4B36-059278D385FF}"/>
              </a:ext>
            </a:extLst>
          </p:cNvPr>
          <p:cNvSpPr>
            <a:spLocks noGrp="1"/>
          </p:cNvSpPr>
          <p:nvPr>
            <p:ph type="body" idx="1"/>
          </p:nvPr>
        </p:nvSpPr>
        <p:spPr>
          <a:xfrm>
            <a:off x="0" y="1926008"/>
            <a:ext cx="11779623" cy="4931992"/>
          </a:xfrm>
        </p:spPr>
        <p:txBody>
          <a:bodyPr>
            <a:noAutofit/>
          </a:bodyPr>
          <a:lstStyle/>
          <a:p>
            <a:pPr lvl="0"/>
            <a:r>
              <a:rPr lang="es-CO" sz="1800" b="1" dirty="0">
                <a:latin typeface="+mj-lt"/>
              </a:rPr>
              <a:t>Interoperabilidad semántica (significado) y sintáctica (estructura):</a:t>
            </a:r>
            <a:r>
              <a:rPr lang="es-CO" sz="1800" dirty="0">
                <a:latin typeface="+mj-lt"/>
              </a:rPr>
              <a:t> Establece una definición unívoca de cada variable, sus tipos de datos y sus vocabularios estandarizados. Esto asegura que un concepto como </a:t>
            </a:r>
            <a:r>
              <a:rPr lang="es-CO" sz="1800" dirty="0" err="1">
                <a:latin typeface="+mj-lt"/>
              </a:rPr>
              <a:t>dengue_grave</a:t>
            </a:r>
            <a:r>
              <a:rPr lang="es-CO" sz="1800" dirty="0">
                <a:latin typeface="+mj-lt"/>
              </a:rPr>
              <a:t> tenga exactamente el mismo significado y codificación en todos los centros participantes.</a:t>
            </a:r>
          </a:p>
          <a:p>
            <a:pPr lvl="0"/>
            <a:r>
              <a:rPr lang="es-CO" sz="1800" b="1" dirty="0">
                <a:latin typeface="+mj-lt"/>
              </a:rPr>
              <a:t>Habilitación de scripts únicos (Un solo código para todos los nodos):</a:t>
            </a:r>
            <a:r>
              <a:rPr lang="es-CO" sz="1800" dirty="0">
                <a:latin typeface="+mj-lt"/>
              </a:rPr>
              <a:t> Permite escribir un único script analítico en el centro coordinador y distribuirlo a todos los nodos. Como el script asume la estructura definida en el </a:t>
            </a:r>
            <a:r>
              <a:rPr lang="es-CO" sz="1800" dirty="0" err="1">
                <a:latin typeface="+mj-lt"/>
              </a:rPr>
              <a:t>codebook</a:t>
            </a:r>
            <a:r>
              <a:rPr lang="es-CO" sz="1800" dirty="0">
                <a:latin typeface="+mj-lt"/>
              </a:rPr>
              <a:t>, puede ejecutarse de manera idéntica en cada servidor sin requerir modificaciones locales.</a:t>
            </a:r>
          </a:p>
          <a:p>
            <a:pPr lvl="0"/>
            <a:r>
              <a:rPr lang="es-CO" sz="1800" b="1" dirty="0">
                <a:latin typeface="+mj-lt"/>
              </a:rPr>
              <a:t>Guía de armonización local: </a:t>
            </a:r>
            <a:r>
              <a:rPr lang="es-CO" sz="1800" dirty="0">
                <a:latin typeface="+mj-lt"/>
              </a:rPr>
              <a:t>Sirve como la plantilla para que cada institución transforme sus datos nativos (por ejemplo, archivos del SIVIGILA) hacia la estructura común requerida por la red federada.</a:t>
            </a:r>
          </a:p>
          <a:p>
            <a:pPr lvl="0"/>
            <a:r>
              <a:rPr lang="es-CO" sz="1800" b="1" dirty="0">
                <a:latin typeface="+mj-lt"/>
              </a:rPr>
              <a:t>Validación y control de calidad de datos:</a:t>
            </a:r>
            <a:r>
              <a:rPr lang="es-CO" sz="1800" dirty="0">
                <a:latin typeface="+mj-lt"/>
              </a:rPr>
              <a:t> Define las reglas de integridad (rangos permitidos, valores válidos, formatos de fecha) para auditar los datos locales antes del análisis. Si una variable está fuera de los rangos especificados en el </a:t>
            </a:r>
            <a:r>
              <a:rPr lang="es-CO" sz="1800" dirty="0" err="1">
                <a:latin typeface="+mj-lt"/>
              </a:rPr>
              <a:t>codebook</a:t>
            </a:r>
            <a:r>
              <a:rPr lang="es-CO" sz="1800" dirty="0">
                <a:latin typeface="+mj-lt"/>
              </a:rPr>
              <a:t>, el nodo puede detectar el error de manera automatizada.</a:t>
            </a:r>
          </a:p>
          <a:p>
            <a:pPr lvl="0"/>
            <a:r>
              <a:rPr lang="es-CO" sz="1800" b="1" dirty="0">
                <a:latin typeface="+mj-lt"/>
              </a:rPr>
              <a:t>Gobernanza de datos y privacidad:</a:t>
            </a:r>
            <a:r>
              <a:rPr lang="es-CO" sz="1800" dirty="0">
                <a:latin typeface="+mj-lt"/>
              </a:rPr>
              <a:t> Transparencia institucional sobre qué campos existen en la red federada y qué tipo de información se está procesando, garantizando que no se extraigan microdatos ni variables sensibles fuera de las reglas acordadas de privacidad.</a:t>
            </a:r>
          </a:p>
          <a:p>
            <a:endParaRPr lang="es-CO" sz="1800" dirty="0">
              <a:latin typeface="+mj-lt"/>
            </a:endParaRPr>
          </a:p>
          <a:p>
            <a:endParaRPr lang="es-CO" sz="1800" dirty="0"/>
          </a:p>
        </p:txBody>
      </p:sp>
    </p:spTree>
    <p:extLst>
      <p:ext uri="{BB962C8B-B14F-4D97-AF65-F5344CB8AC3E}">
        <p14:creationId xmlns:p14="http://schemas.microsoft.com/office/powerpoint/2010/main" val="8047371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D89FFDE5-C124-121E-9490-938BC92905A2}"/>
              </a:ext>
            </a:extLst>
          </p:cNvPr>
          <p:cNvSpPr>
            <a:spLocks noGrp="1"/>
          </p:cNvSpPr>
          <p:nvPr>
            <p:ph type="sldNum" idx="12"/>
          </p:nvPr>
        </p:nvSpPr>
        <p:spPr/>
        <p:txBody>
          <a:bodyPr/>
          <a:lstStyle/>
          <a:p>
            <a:pPr marL="0" lvl="0" indent="0" algn="r">
              <a:spcBef>
                <a:spcPts val="0"/>
              </a:spcBef>
              <a:spcAft>
                <a:spcPts val="0"/>
              </a:spcAft>
              <a:buNone/>
            </a:pPr>
            <a:fld id="{00000000-1234-1234-1234-123412341234}" type="slidenum">
              <a:rPr lang="es-CO" smtClean="0"/>
              <a:t>5</a:t>
            </a:fld>
            <a:endParaRPr lang="es-CO"/>
          </a:p>
        </p:txBody>
      </p:sp>
      <p:sp>
        <p:nvSpPr>
          <p:cNvPr id="3" name="Título 2">
            <a:extLst>
              <a:ext uri="{FF2B5EF4-FFF2-40B4-BE49-F238E27FC236}">
                <a16:creationId xmlns:a16="http://schemas.microsoft.com/office/drawing/2014/main" id="{989A3CDE-B1BC-9BE2-6108-FD7C465F44F9}"/>
              </a:ext>
            </a:extLst>
          </p:cNvPr>
          <p:cNvSpPr>
            <a:spLocks noGrp="1"/>
          </p:cNvSpPr>
          <p:nvPr>
            <p:ph type="title"/>
          </p:nvPr>
        </p:nvSpPr>
        <p:spPr>
          <a:xfrm>
            <a:off x="206187" y="559880"/>
            <a:ext cx="11779624" cy="1325563"/>
          </a:xfrm>
        </p:spPr>
        <p:txBody>
          <a:bodyPr/>
          <a:lstStyle/>
          <a:p>
            <a:r>
              <a:rPr lang="es-CO" dirty="0">
                <a:latin typeface="+mj-lt"/>
              </a:rPr>
              <a:t>Generar </a:t>
            </a:r>
            <a:r>
              <a:rPr lang="es-CO" dirty="0" err="1">
                <a:latin typeface="+mj-lt"/>
              </a:rPr>
              <a:t>codebook</a:t>
            </a:r>
            <a:r>
              <a:rPr lang="es-CO" dirty="0">
                <a:latin typeface="+mj-lt"/>
              </a:rPr>
              <a:t> en R para dengue-</a:t>
            </a:r>
            <a:r>
              <a:rPr lang="es-CO" dirty="0" err="1">
                <a:latin typeface="+mj-lt"/>
              </a:rPr>
              <a:t>sivigila</a:t>
            </a:r>
            <a:endParaRPr lang="es-CO" dirty="0">
              <a:latin typeface="+mj-lt"/>
            </a:endParaRPr>
          </a:p>
        </p:txBody>
      </p:sp>
      <p:sp>
        <p:nvSpPr>
          <p:cNvPr id="4" name="Marcador de texto 3">
            <a:extLst>
              <a:ext uri="{FF2B5EF4-FFF2-40B4-BE49-F238E27FC236}">
                <a16:creationId xmlns:a16="http://schemas.microsoft.com/office/drawing/2014/main" id="{4B5044CF-79D6-2CD8-CAB6-2EC5687C8FFB}"/>
              </a:ext>
            </a:extLst>
          </p:cNvPr>
          <p:cNvSpPr>
            <a:spLocks noGrp="1"/>
          </p:cNvSpPr>
          <p:nvPr>
            <p:ph type="body" idx="1"/>
          </p:nvPr>
        </p:nvSpPr>
        <p:spPr/>
        <p:txBody>
          <a:bodyPr>
            <a:normAutofit/>
          </a:bodyPr>
          <a:lstStyle/>
          <a:p>
            <a:r>
              <a:rPr lang="es-CO" sz="2800" dirty="0">
                <a:latin typeface="+mj-lt"/>
              </a:rPr>
              <a:t>Abrir sesión de Google</a:t>
            </a:r>
          </a:p>
          <a:p>
            <a:r>
              <a:rPr lang="es-CO" sz="2800" dirty="0">
                <a:latin typeface="+mj-lt"/>
              </a:rPr>
              <a:t>https://colab.research.google.com/</a:t>
            </a:r>
          </a:p>
          <a:p>
            <a:r>
              <a:rPr lang="es-CO" sz="2800" dirty="0">
                <a:latin typeface="+mj-lt"/>
                <a:hlinkClick r:id="rId2"/>
              </a:rPr>
              <a:t>Utilizar este enlace para notebook </a:t>
            </a:r>
            <a:r>
              <a:rPr lang="es-CO" sz="2800" dirty="0" err="1">
                <a:latin typeface="+mj-lt"/>
                <a:hlinkClick r:id="rId2"/>
              </a:rPr>
              <a:t>colab</a:t>
            </a:r>
            <a:endParaRPr lang="es-CO" sz="2800" dirty="0">
              <a:latin typeface="+mj-lt"/>
            </a:endParaRPr>
          </a:p>
          <a:p>
            <a:endParaRPr lang="es-CO" sz="2800" dirty="0">
              <a:latin typeface="+mj-lt"/>
            </a:endParaRPr>
          </a:p>
          <a:p>
            <a:r>
              <a:rPr lang="es-CO" sz="2800" dirty="0">
                <a:latin typeface="+mj-lt"/>
              </a:rPr>
              <a:t>https://colab.research.google.com/drive/1Q3oRt1FB41TuPB05zgH-VdLNzcJ-nRXC?usp=sharing</a:t>
            </a:r>
          </a:p>
        </p:txBody>
      </p:sp>
    </p:spTree>
    <p:extLst>
      <p:ext uri="{BB962C8B-B14F-4D97-AF65-F5344CB8AC3E}">
        <p14:creationId xmlns:p14="http://schemas.microsoft.com/office/powerpoint/2010/main" val="2577968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C90EB3-8710-8ACD-0346-D815EA838554}"/>
            </a:ext>
          </a:extLst>
        </p:cNvPr>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BC828D27-D893-5990-DDE1-0DAD6B0897F5}"/>
              </a:ext>
            </a:extLst>
          </p:cNvPr>
          <p:cNvSpPr>
            <a:spLocks noGrp="1"/>
          </p:cNvSpPr>
          <p:nvPr>
            <p:ph type="sldNum" idx="12"/>
          </p:nvPr>
        </p:nvSpPr>
        <p:spPr/>
        <p:txBody>
          <a:bodyPr/>
          <a:lstStyle/>
          <a:p>
            <a:pPr marL="0" lvl="0" indent="0" algn="r">
              <a:spcBef>
                <a:spcPts val="0"/>
              </a:spcBef>
              <a:spcAft>
                <a:spcPts val="0"/>
              </a:spcAft>
              <a:buNone/>
            </a:pPr>
            <a:fld id="{00000000-1234-1234-1234-123412341234}" type="slidenum">
              <a:rPr lang="es-CO" smtClean="0"/>
              <a:t>6</a:t>
            </a:fld>
            <a:endParaRPr lang="es-CO"/>
          </a:p>
        </p:txBody>
      </p:sp>
      <p:sp>
        <p:nvSpPr>
          <p:cNvPr id="3" name="Título 2">
            <a:extLst>
              <a:ext uri="{FF2B5EF4-FFF2-40B4-BE49-F238E27FC236}">
                <a16:creationId xmlns:a16="http://schemas.microsoft.com/office/drawing/2014/main" id="{7E14CC39-F275-8F04-2790-90BB31C6E3B9}"/>
              </a:ext>
            </a:extLst>
          </p:cNvPr>
          <p:cNvSpPr>
            <a:spLocks noGrp="1"/>
          </p:cNvSpPr>
          <p:nvPr>
            <p:ph type="title"/>
          </p:nvPr>
        </p:nvSpPr>
        <p:spPr>
          <a:xfrm>
            <a:off x="206188" y="768577"/>
            <a:ext cx="11779624" cy="1325563"/>
          </a:xfrm>
        </p:spPr>
        <p:txBody>
          <a:bodyPr/>
          <a:lstStyle/>
          <a:p>
            <a:r>
              <a:rPr lang="es-CO" dirty="0">
                <a:latin typeface="+mj-lt"/>
              </a:rPr>
              <a:t>Componentes estándar de un diccionario de datos federado</a:t>
            </a:r>
          </a:p>
        </p:txBody>
      </p:sp>
      <p:sp>
        <p:nvSpPr>
          <p:cNvPr id="4" name="Marcador de texto 3">
            <a:extLst>
              <a:ext uri="{FF2B5EF4-FFF2-40B4-BE49-F238E27FC236}">
                <a16:creationId xmlns:a16="http://schemas.microsoft.com/office/drawing/2014/main" id="{0766FC5B-6C14-34D8-82A4-83C8D023D253}"/>
              </a:ext>
            </a:extLst>
          </p:cNvPr>
          <p:cNvSpPr>
            <a:spLocks noGrp="1"/>
          </p:cNvSpPr>
          <p:nvPr>
            <p:ph type="body" idx="1"/>
          </p:nvPr>
        </p:nvSpPr>
        <p:spPr/>
        <p:txBody>
          <a:bodyPr>
            <a:normAutofit fontScale="92500" lnSpcReduction="10000"/>
          </a:bodyPr>
          <a:lstStyle/>
          <a:p>
            <a:pPr marL="571500" lvl="0" indent="-342900">
              <a:buFont typeface="+mj-lt"/>
              <a:buAutoNum type="arabicPeriod"/>
            </a:pPr>
            <a:r>
              <a:rPr lang="es-CO" sz="2400" dirty="0">
                <a:latin typeface="+mj-lt"/>
              </a:rPr>
              <a:t>Nombre de la Variable Local: El identificador del sistema fuente (ej. </a:t>
            </a:r>
            <a:r>
              <a:rPr lang="es-CO" sz="2400" dirty="0" err="1">
                <a:latin typeface="+mj-lt"/>
              </a:rPr>
              <a:t>ini_sin</a:t>
            </a:r>
            <a:r>
              <a:rPr lang="es-CO" sz="2400" dirty="0">
                <a:latin typeface="+mj-lt"/>
              </a:rPr>
              <a:t> en SIVIGILA).</a:t>
            </a:r>
          </a:p>
          <a:p>
            <a:pPr marL="571500" lvl="0" indent="-342900">
              <a:buFont typeface="+mj-lt"/>
              <a:buAutoNum type="arabicPeriod"/>
            </a:pPr>
            <a:r>
              <a:rPr lang="es-CO" sz="2400" dirty="0">
                <a:latin typeface="+mj-lt"/>
              </a:rPr>
              <a:t>Definición / Significado Clínico: La interpretación epidemiológica o médica del dato.</a:t>
            </a:r>
          </a:p>
          <a:p>
            <a:pPr marL="571500" lvl="0" indent="-342900">
              <a:buFont typeface="+mj-lt"/>
              <a:buAutoNum type="arabicPeriod"/>
            </a:pPr>
            <a:r>
              <a:rPr lang="es-CO" sz="2400" dirty="0">
                <a:latin typeface="+mj-lt"/>
              </a:rPr>
              <a:t>Modelo Común de Datos o </a:t>
            </a:r>
            <a:r>
              <a:rPr lang="es-CO" sz="2400" i="1" dirty="0"/>
              <a:t>Common Data Model</a:t>
            </a:r>
            <a:r>
              <a:rPr lang="es-CO" sz="2400" dirty="0"/>
              <a:t> - </a:t>
            </a:r>
            <a:r>
              <a:rPr lang="es-CO" sz="2400" dirty="0">
                <a:latin typeface="+mj-lt"/>
              </a:rPr>
              <a:t>CDM: La entidad conceptual donde se almacena en el modelo común (ej. PERSON, MEASUREMENT, OBSERVATION en </a:t>
            </a:r>
            <a:r>
              <a:rPr lang="es-CO" sz="2400" dirty="0">
                <a:solidFill>
                  <a:schemeClr val="bg2">
                    <a:lumMod val="50000"/>
                    <a:lumOff val="50000"/>
                  </a:schemeClr>
                </a:solidFill>
                <a:latin typeface="+mj-lt"/>
                <a:hlinkClick r:id="rId2"/>
              </a:rPr>
              <a:t>OMOP CDM</a:t>
            </a:r>
            <a:r>
              <a:rPr lang="es-CO" sz="2400" dirty="0">
                <a:solidFill>
                  <a:schemeClr val="tx1"/>
                </a:solidFill>
                <a:latin typeface="+mj-lt"/>
              </a:rPr>
              <a:t>) ver también </a:t>
            </a:r>
            <a:r>
              <a:rPr lang="es-CO" sz="2400" dirty="0">
                <a:solidFill>
                  <a:schemeClr val="bg2">
                    <a:lumMod val="50000"/>
                    <a:lumOff val="50000"/>
                  </a:schemeClr>
                </a:solidFill>
                <a:latin typeface="+mj-lt"/>
                <a:hlinkClick r:id="rId3"/>
              </a:rPr>
              <a:t>PCORNET CDM</a:t>
            </a:r>
            <a:endParaRPr lang="es-CO" sz="2400" dirty="0">
              <a:latin typeface="+mj-lt"/>
            </a:endParaRPr>
          </a:p>
          <a:p>
            <a:pPr marL="571500" lvl="0" indent="-342900">
              <a:buFont typeface="+mj-lt"/>
              <a:buAutoNum type="arabicPeriod"/>
            </a:pPr>
            <a:r>
              <a:rPr lang="es-CO" sz="2400" dirty="0">
                <a:latin typeface="+mj-lt"/>
              </a:rPr>
              <a:t>Tipo de Dato Técnico y Formato: La especificación informática requerida por el script (INTEGER, FLOAT, DATE, BOOLEAN).</a:t>
            </a:r>
          </a:p>
          <a:p>
            <a:pPr marL="571500" lvl="0" indent="-342900">
              <a:buFont typeface="+mj-lt"/>
              <a:buAutoNum type="arabicPeriod"/>
            </a:pPr>
            <a:r>
              <a:rPr lang="es-CO" sz="2400" dirty="0">
                <a:latin typeface="+mj-lt"/>
              </a:rPr>
              <a:t>Estándar / Vocabulario de Referencia: El código terminológico internacional (LOINC para laboratorios, SNOMED CT para diagnósticos/síntomas, CIE-10/11).</a:t>
            </a:r>
          </a:p>
          <a:p>
            <a:pPr marL="571500" lvl="0" indent="-342900">
              <a:buFont typeface="+mj-lt"/>
              <a:buAutoNum type="arabicPeriod"/>
            </a:pPr>
            <a:r>
              <a:rPr lang="es-CO" sz="2400" dirty="0">
                <a:latin typeface="+mj-lt"/>
              </a:rPr>
              <a:t>Regla de Validez y Restricción Federada: Rango de valores biológicos plausibles y reglas de privacidad</a:t>
            </a:r>
          </a:p>
        </p:txBody>
      </p:sp>
    </p:spTree>
    <p:extLst>
      <p:ext uri="{BB962C8B-B14F-4D97-AF65-F5344CB8AC3E}">
        <p14:creationId xmlns:p14="http://schemas.microsoft.com/office/powerpoint/2010/main" val="12779452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B1DCB60F-C987-CAC6-390E-D13F7D756309}"/>
              </a:ext>
            </a:extLst>
          </p:cNvPr>
          <p:cNvSpPr>
            <a:spLocks noGrp="1"/>
          </p:cNvSpPr>
          <p:nvPr>
            <p:ph type="sldNum" idx="12"/>
          </p:nvPr>
        </p:nvSpPr>
        <p:spPr/>
        <p:txBody>
          <a:bodyPr/>
          <a:lstStyle/>
          <a:p>
            <a:pPr marL="0" lvl="0" indent="0" algn="r">
              <a:spcBef>
                <a:spcPts val="0"/>
              </a:spcBef>
              <a:spcAft>
                <a:spcPts val="0"/>
              </a:spcAft>
              <a:buNone/>
            </a:pPr>
            <a:fld id="{00000000-1234-1234-1234-123412341234}" type="slidenum">
              <a:rPr lang="es-CO" smtClean="0"/>
              <a:t>7</a:t>
            </a:fld>
            <a:endParaRPr lang="es-CO"/>
          </a:p>
        </p:txBody>
      </p:sp>
      <p:sp>
        <p:nvSpPr>
          <p:cNvPr id="3" name="Título 2">
            <a:extLst>
              <a:ext uri="{FF2B5EF4-FFF2-40B4-BE49-F238E27FC236}">
                <a16:creationId xmlns:a16="http://schemas.microsoft.com/office/drawing/2014/main" id="{D3720CD0-DF32-7D6C-0D16-0A7A01BA6186}"/>
              </a:ext>
            </a:extLst>
          </p:cNvPr>
          <p:cNvSpPr>
            <a:spLocks noGrp="1"/>
          </p:cNvSpPr>
          <p:nvPr>
            <p:ph type="title"/>
          </p:nvPr>
        </p:nvSpPr>
        <p:spPr>
          <a:xfrm>
            <a:off x="206188" y="559880"/>
            <a:ext cx="11779624" cy="1325563"/>
          </a:xfrm>
        </p:spPr>
        <p:txBody>
          <a:bodyPr/>
          <a:lstStyle/>
          <a:p>
            <a:r>
              <a:rPr lang="es-CO" dirty="0">
                <a:latin typeface="+mj-lt"/>
              </a:rPr>
              <a:t>Recursos adicionales</a:t>
            </a:r>
          </a:p>
        </p:txBody>
      </p:sp>
      <p:sp>
        <p:nvSpPr>
          <p:cNvPr id="4" name="Marcador de texto 3">
            <a:extLst>
              <a:ext uri="{FF2B5EF4-FFF2-40B4-BE49-F238E27FC236}">
                <a16:creationId xmlns:a16="http://schemas.microsoft.com/office/drawing/2014/main" id="{8870FC56-DCB3-705A-9BAD-7976113057AC}"/>
              </a:ext>
            </a:extLst>
          </p:cNvPr>
          <p:cNvSpPr>
            <a:spLocks noGrp="1"/>
          </p:cNvSpPr>
          <p:nvPr>
            <p:ph type="body" idx="1"/>
          </p:nvPr>
        </p:nvSpPr>
        <p:spPr/>
        <p:txBody>
          <a:bodyPr/>
          <a:lstStyle/>
          <a:p>
            <a:pPr lvl="0" rtl="0"/>
            <a:r>
              <a:rPr lang="es-CO" sz="2400" dirty="0">
                <a:solidFill>
                  <a:schemeClr val="tx1"/>
                </a:solidFill>
                <a:latin typeface="+mj-lt"/>
                <a:hlinkClick r:id="rId2">
                  <a:extLst>
                    <a:ext uri="{A12FA001-AC4F-418D-AE19-62706E023703}">
                      <ahyp:hlinkClr xmlns:ahyp="http://schemas.microsoft.com/office/drawing/2018/hyperlinkcolor" val="tx"/>
                    </a:ext>
                  </a:extLst>
                </a:hlinkClick>
              </a:rPr>
              <a:t>ENVESOME </a:t>
            </a:r>
            <a:r>
              <a:rPr lang="es-CO" sz="2400" dirty="0" err="1">
                <a:solidFill>
                  <a:schemeClr val="tx1"/>
                </a:solidFill>
                <a:latin typeface="+mj-lt"/>
                <a:hlinkClick r:id="rId2">
                  <a:extLst>
                    <a:ext uri="{A12FA001-AC4F-418D-AE19-62706E023703}">
                      <ahyp:hlinkClr xmlns:ahyp="http://schemas.microsoft.com/office/drawing/2018/hyperlinkcolor" val="tx"/>
                    </a:ext>
                  </a:extLst>
                </a:hlinkClick>
              </a:rPr>
              <a:t>Harmonized</a:t>
            </a:r>
            <a:r>
              <a:rPr lang="es-CO" sz="2400" dirty="0">
                <a:solidFill>
                  <a:schemeClr val="tx1"/>
                </a:solidFill>
                <a:latin typeface="+mj-lt"/>
                <a:hlinkClick r:id="rId2">
                  <a:extLst>
                    <a:ext uri="{A12FA001-AC4F-418D-AE19-62706E023703}">
                      <ahyp:hlinkClr xmlns:ahyp="http://schemas.microsoft.com/office/drawing/2018/hyperlinkcolor" val="tx"/>
                    </a:ext>
                  </a:extLst>
                </a:hlinkClick>
              </a:rPr>
              <a:t> Data </a:t>
            </a:r>
            <a:r>
              <a:rPr lang="es-CO" sz="2400" dirty="0" err="1">
                <a:solidFill>
                  <a:schemeClr val="tx1"/>
                </a:solidFill>
                <a:latin typeface="+mj-lt"/>
                <a:hlinkClick r:id="rId2">
                  <a:extLst>
                    <a:ext uri="{A12FA001-AC4F-418D-AE19-62706E023703}">
                      <ahyp:hlinkClr xmlns:ahyp="http://schemas.microsoft.com/office/drawing/2018/hyperlinkcolor" val="tx"/>
                    </a:ext>
                  </a:extLst>
                </a:hlinkClick>
              </a:rPr>
              <a:t>Dictionary</a:t>
            </a:r>
            <a:r>
              <a:rPr lang="es-CO" sz="2400" dirty="0">
                <a:solidFill>
                  <a:schemeClr val="tx1"/>
                </a:solidFill>
                <a:latin typeface="+mj-lt"/>
                <a:hlinkClick r:id="rId2">
                  <a:extLst>
                    <a:ext uri="{A12FA001-AC4F-418D-AE19-62706E023703}">
                      <ahyp:hlinkClr xmlns:ahyp="http://schemas.microsoft.com/office/drawing/2018/hyperlinkcolor" val="tx"/>
                    </a:ext>
                  </a:extLst>
                </a:hlinkClick>
              </a:rPr>
              <a:t> and </a:t>
            </a:r>
            <a:r>
              <a:rPr lang="es-CO" sz="2400" dirty="0" err="1">
                <a:solidFill>
                  <a:schemeClr val="tx1"/>
                </a:solidFill>
                <a:latin typeface="+mj-lt"/>
                <a:hlinkClick r:id="rId2">
                  <a:extLst>
                    <a:ext uri="{A12FA001-AC4F-418D-AE19-62706E023703}">
                      <ahyp:hlinkClr xmlns:ahyp="http://schemas.microsoft.com/office/drawing/2018/hyperlinkcolor" val="tx"/>
                    </a:ext>
                  </a:extLst>
                </a:hlinkClick>
              </a:rPr>
              <a:t>Codebook</a:t>
            </a:r>
            <a:r>
              <a:rPr lang="es-CO" sz="2400" dirty="0">
                <a:solidFill>
                  <a:schemeClr val="tx1"/>
                </a:solidFill>
                <a:latin typeface="+mj-lt"/>
                <a:hlinkClick r:id="rId2">
                  <a:extLst>
                    <a:ext uri="{A12FA001-AC4F-418D-AE19-62706E023703}">
                      <ahyp:hlinkClr xmlns:ahyp="http://schemas.microsoft.com/office/drawing/2018/hyperlinkcolor" val="tx"/>
                    </a:ext>
                  </a:extLst>
                </a:hlinkClick>
              </a:rPr>
              <a:t> (</a:t>
            </a:r>
            <a:r>
              <a:rPr lang="es-CO" sz="2400" dirty="0" err="1">
                <a:solidFill>
                  <a:schemeClr val="tx1"/>
                </a:solidFill>
                <a:latin typeface="+mj-lt"/>
                <a:hlinkClick r:id="rId2">
                  <a:extLst>
                    <a:ext uri="{A12FA001-AC4F-418D-AE19-62706E023703}">
                      <ahyp:hlinkClr xmlns:ahyp="http://schemas.microsoft.com/office/drawing/2018/hyperlinkcolor" val="tx"/>
                    </a:ext>
                  </a:extLst>
                </a:hlinkClick>
              </a:rPr>
              <a:t>Zenodo</a:t>
            </a:r>
            <a:r>
              <a:rPr lang="es-CO" sz="2400" dirty="0">
                <a:solidFill>
                  <a:schemeClr val="tx1"/>
                </a:solidFill>
                <a:latin typeface="+mj-lt"/>
                <a:hlinkClick r:id="rId2">
                  <a:extLst>
                    <a:ext uri="{A12FA001-AC4F-418D-AE19-62706E023703}">
                      <ahyp:hlinkClr xmlns:ahyp="http://schemas.microsoft.com/office/drawing/2018/hyperlinkcolor" val="tx"/>
                    </a:ext>
                  </a:extLst>
                </a:hlinkClick>
              </a:rPr>
              <a:t>)</a:t>
            </a:r>
            <a:endParaRPr lang="es-CO" sz="2400" dirty="0">
              <a:solidFill>
                <a:schemeClr val="tx1"/>
              </a:solidFill>
              <a:latin typeface="+mj-lt"/>
            </a:endParaRPr>
          </a:p>
          <a:p>
            <a:pPr lvl="0" rtl="0"/>
            <a:r>
              <a:rPr lang="es-CO" sz="2400" dirty="0">
                <a:solidFill>
                  <a:schemeClr val="tx1"/>
                </a:solidFill>
                <a:latin typeface="+mj-lt"/>
                <a:hlinkClick r:id="rId3">
                  <a:extLst>
                    <a:ext uri="{A12FA001-AC4F-418D-AE19-62706E023703}">
                      <ahyp:hlinkClr xmlns:ahyp="http://schemas.microsoft.com/office/drawing/2018/hyperlinkcolor" val="tx"/>
                    </a:ext>
                  </a:extLst>
                </a:hlinkClick>
              </a:rPr>
              <a:t>Data </a:t>
            </a:r>
            <a:r>
              <a:rPr lang="es-CO" sz="2400" dirty="0" err="1">
                <a:solidFill>
                  <a:schemeClr val="tx1"/>
                </a:solidFill>
                <a:latin typeface="+mj-lt"/>
                <a:hlinkClick r:id="rId3">
                  <a:extLst>
                    <a:ext uri="{A12FA001-AC4F-418D-AE19-62706E023703}">
                      <ahyp:hlinkClr xmlns:ahyp="http://schemas.microsoft.com/office/drawing/2018/hyperlinkcolor" val="tx"/>
                    </a:ext>
                  </a:extLst>
                </a:hlinkClick>
              </a:rPr>
              <a:t>Harmonization</a:t>
            </a:r>
            <a:r>
              <a:rPr lang="es-CO" sz="2400" dirty="0">
                <a:solidFill>
                  <a:schemeClr val="tx1"/>
                </a:solidFill>
                <a:latin typeface="+mj-lt"/>
                <a:hlinkClick r:id="rId3">
                  <a:extLst>
                    <a:ext uri="{A12FA001-AC4F-418D-AE19-62706E023703}">
                      <ahyp:hlinkClr xmlns:ahyp="http://schemas.microsoft.com/office/drawing/2018/hyperlinkcolor" val="tx"/>
                    </a:ext>
                  </a:extLst>
                </a:hlinkClick>
              </a:rPr>
              <a:t> — Opal </a:t>
            </a:r>
            <a:r>
              <a:rPr lang="es-CO" sz="2400" dirty="0" err="1">
                <a:solidFill>
                  <a:schemeClr val="tx1"/>
                </a:solidFill>
                <a:latin typeface="+mj-lt"/>
                <a:hlinkClick r:id="rId3">
                  <a:extLst>
                    <a:ext uri="{A12FA001-AC4F-418D-AE19-62706E023703}">
                      <ahyp:hlinkClr xmlns:ahyp="http://schemas.microsoft.com/office/drawing/2018/hyperlinkcolor" val="tx"/>
                    </a:ext>
                  </a:extLst>
                </a:hlinkClick>
              </a:rPr>
              <a:t>documentation</a:t>
            </a:r>
            <a:endParaRPr lang="es-CO" sz="2400" dirty="0">
              <a:solidFill>
                <a:schemeClr val="tx1"/>
              </a:solidFill>
              <a:latin typeface="+mj-lt"/>
            </a:endParaRPr>
          </a:p>
          <a:p>
            <a:pPr lvl="0" rtl="0"/>
            <a:r>
              <a:rPr lang="es-CO" sz="2400" dirty="0">
                <a:solidFill>
                  <a:schemeClr val="tx1"/>
                </a:solidFill>
                <a:latin typeface="+mj-lt"/>
                <a:hlinkClick r:id="rId4">
                  <a:extLst>
                    <a:ext uri="{A12FA001-AC4F-418D-AE19-62706E023703}">
                      <ahyp:hlinkClr xmlns:ahyp="http://schemas.microsoft.com/office/drawing/2018/hyperlinkcolor" val="tx"/>
                    </a:ext>
                  </a:extLst>
                </a:hlinkClick>
              </a:rPr>
              <a:t>Data </a:t>
            </a:r>
            <a:r>
              <a:rPr lang="es-CO" sz="2400" dirty="0" err="1">
                <a:solidFill>
                  <a:schemeClr val="tx1"/>
                </a:solidFill>
                <a:latin typeface="+mj-lt"/>
                <a:hlinkClick r:id="rId4">
                  <a:extLst>
                    <a:ext uri="{A12FA001-AC4F-418D-AE19-62706E023703}">
                      <ahyp:hlinkClr xmlns:ahyp="http://schemas.microsoft.com/office/drawing/2018/hyperlinkcolor" val="tx"/>
                    </a:ext>
                  </a:extLst>
                </a:hlinkClick>
              </a:rPr>
              <a:t>Dictionary</a:t>
            </a:r>
            <a:r>
              <a:rPr lang="es-CO" sz="2400" dirty="0">
                <a:solidFill>
                  <a:schemeClr val="tx1"/>
                </a:solidFill>
                <a:latin typeface="+mj-lt"/>
                <a:hlinkClick r:id="rId4">
                  <a:extLst>
                    <a:ext uri="{A12FA001-AC4F-418D-AE19-62706E023703}">
                      <ahyp:hlinkClr xmlns:ahyp="http://schemas.microsoft.com/office/drawing/2018/hyperlinkcolor" val="tx"/>
                    </a:ext>
                  </a:extLst>
                </a:hlinkClick>
              </a:rPr>
              <a:t> — Opal </a:t>
            </a:r>
            <a:r>
              <a:rPr lang="es-CO" sz="2400" dirty="0" err="1">
                <a:solidFill>
                  <a:schemeClr val="tx1"/>
                </a:solidFill>
                <a:latin typeface="+mj-lt"/>
                <a:hlinkClick r:id="rId4">
                  <a:extLst>
                    <a:ext uri="{A12FA001-AC4F-418D-AE19-62706E023703}">
                      <ahyp:hlinkClr xmlns:ahyp="http://schemas.microsoft.com/office/drawing/2018/hyperlinkcolor" val="tx"/>
                    </a:ext>
                  </a:extLst>
                </a:hlinkClick>
              </a:rPr>
              <a:t>documentation</a:t>
            </a:r>
            <a:endParaRPr lang="es-CO" sz="2400" dirty="0">
              <a:solidFill>
                <a:schemeClr val="tx1"/>
              </a:solidFill>
              <a:latin typeface="+mj-lt"/>
            </a:endParaRPr>
          </a:p>
          <a:p>
            <a:pPr lvl="0" rtl="0"/>
            <a:r>
              <a:rPr lang="es-CO" sz="2400" dirty="0">
                <a:solidFill>
                  <a:schemeClr val="tx1"/>
                </a:solidFill>
                <a:latin typeface="+mj-lt"/>
                <a:hlinkClick r:id="rId5">
                  <a:extLst>
                    <a:ext uri="{A12FA001-AC4F-418D-AE19-62706E023703}">
                      <ahyp:hlinkClr xmlns:ahyp="http://schemas.microsoft.com/office/drawing/2018/hyperlinkcolor" val="tx"/>
                    </a:ext>
                  </a:extLst>
                </a:hlinkClick>
              </a:rPr>
              <a:t>Opal and Mica: software </a:t>
            </a:r>
            <a:r>
              <a:rPr lang="es-CO" sz="2400" dirty="0" err="1">
                <a:solidFill>
                  <a:schemeClr val="tx1"/>
                </a:solidFill>
                <a:latin typeface="+mj-lt"/>
                <a:hlinkClick r:id="rId5">
                  <a:extLst>
                    <a:ext uri="{A12FA001-AC4F-418D-AE19-62706E023703}">
                      <ahyp:hlinkClr xmlns:ahyp="http://schemas.microsoft.com/office/drawing/2018/hyperlinkcolor" val="tx"/>
                    </a:ext>
                  </a:extLst>
                </a:hlinkClick>
              </a:rPr>
              <a:t>application</a:t>
            </a:r>
            <a:r>
              <a:rPr lang="es-CO" sz="2400" dirty="0">
                <a:solidFill>
                  <a:schemeClr val="tx1"/>
                </a:solidFill>
                <a:latin typeface="+mj-lt"/>
                <a:hlinkClick r:id="rId5">
                  <a:extLst>
                    <a:ext uri="{A12FA001-AC4F-418D-AE19-62706E023703}">
                      <ahyp:hlinkClr xmlns:ahyp="http://schemas.microsoft.com/office/drawing/2018/hyperlinkcolor" val="tx"/>
                    </a:ext>
                  </a:extLst>
                </a:hlinkClick>
              </a:rPr>
              <a:t> </a:t>
            </a:r>
            <a:r>
              <a:rPr lang="es-CO" sz="2400" dirty="0" err="1">
                <a:solidFill>
                  <a:schemeClr val="tx1"/>
                </a:solidFill>
                <a:latin typeface="+mj-lt"/>
                <a:hlinkClick r:id="rId5">
                  <a:extLst>
                    <a:ext uri="{A12FA001-AC4F-418D-AE19-62706E023703}">
                      <ahyp:hlinkClr xmlns:ahyp="http://schemas.microsoft.com/office/drawing/2018/hyperlinkcolor" val="tx"/>
                    </a:ext>
                  </a:extLst>
                </a:hlinkClick>
              </a:rPr>
              <a:t>profile</a:t>
            </a:r>
            <a:r>
              <a:rPr lang="es-CO" sz="2400" dirty="0">
                <a:solidFill>
                  <a:schemeClr val="tx1"/>
                </a:solidFill>
                <a:latin typeface="+mj-lt"/>
                <a:hlinkClick r:id="rId5">
                  <a:extLst>
                    <a:ext uri="{A12FA001-AC4F-418D-AE19-62706E023703}">
                      <ahyp:hlinkClr xmlns:ahyp="http://schemas.microsoft.com/office/drawing/2018/hyperlinkcolor" val="tx"/>
                    </a:ext>
                  </a:extLst>
                </a:hlinkClick>
              </a:rPr>
              <a:t> (IJE)</a:t>
            </a:r>
            <a:endParaRPr lang="es-CO" sz="2400" dirty="0">
              <a:solidFill>
                <a:schemeClr val="tx1"/>
              </a:solidFill>
              <a:latin typeface="+mj-lt"/>
            </a:endParaRPr>
          </a:p>
          <a:p>
            <a:pPr lvl="0" rtl="0"/>
            <a:r>
              <a:rPr lang="es-CO" sz="2400" dirty="0" err="1">
                <a:solidFill>
                  <a:schemeClr val="tx1"/>
                </a:solidFill>
                <a:latin typeface="+mj-lt"/>
                <a:hlinkClick r:id="rId6">
                  <a:extLst>
                    <a:ext uri="{A12FA001-AC4F-418D-AE19-62706E023703}">
                      <ahyp:hlinkClr xmlns:ahyp="http://schemas.microsoft.com/office/drawing/2018/hyperlinkcolor" val="tx"/>
                    </a:ext>
                  </a:extLst>
                </a:hlinkClick>
              </a:rPr>
              <a:t>Federated</a:t>
            </a:r>
            <a:r>
              <a:rPr lang="es-CO" sz="2400" dirty="0">
                <a:solidFill>
                  <a:schemeClr val="tx1"/>
                </a:solidFill>
                <a:latin typeface="+mj-lt"/>
                <a:hlinkClick r:id="rId6">
                  <a:extLst>
                    <a:ext uri="{A12FA001-AC4F-418D-AE19-62706E023703}">
                      <ahyp:hlinkClr xmlns:ahyp="http://schemas.microsoft.com/office/drawing/2018/hyperlinkcolor" val="tx"/>
                    </a:ext>
                  </a:extLst>
                </a:hlinkClick>
              </a:rPr>
              <a:t> </a:t>
            </a:r>
            <a:r>
              <a:rPr lang="es-CO" sz="2400" dirty="0" err="1">
                <a:solidFill>
                  <a:schemeClr val="tx1"/>
                </a:solidFill>
                <a:latin typeface="+mj-lt"/>
                <a:hlinkClick r:id="rId6">
                  <a:extLst>
                    <a:ext uri="{A12FA001-AC4F-418D-AE19-62706E023703}">
                      <ahyp:hlinkClr xmlns:ahyp="http://schemas.microsoft.com/office/drawing/2018/hyperlinkcolor" val="tx"/>
                    </a:ext>
                  </a:extLst>
                </a:hlinkClick>
              </a:rPr>
              <a:t>analytics</a:t>
            </a:r>
            <a:r>
              <a:rPr lang="es-CO" sz="2400" dirty="0">
                <a:solidFill>
                  <a:schemeClr val="tx1"/>
                </a:solidFill>
                <a:latin typeface="+mj-lt"/>
                <a:hlinkClick r:id="rId6">
                  <a:extLst>
                    <a:ext uri="{A12FA001-AC4F-418D-AE19-62706E023703}">
                      <ahyp:hlinkClr xmlns:ahyp="http://schemas.microsoft.com/office/drawing/2018/hyperlinkcolor" val="tx"/>
                    </a:ext>
                  </a:extLst>
                </a:hlinkClick>
              </a:rPr>
              <a:t> – </a:t>
            </a:r>
            <a:r>
              <a:rPr lang="es-CO" sz="2400" dirty="0" err="1">
                <a:solidFill>
                  <a:schemeClr val="tx1"/>
                </a:solidFill>
                <a:latin typeface="+mj-lt"/>
                <a:hlinkClick r:id="rId6">
                  <a:extLst>
                    <a:ext uri="{A12FA001-AC4F-418D-AE19-62706E023703}">
                      <ahyp:hlinkClr xmlns:ahyp="http://schemas.microsoft.com/office/drawing/2018/hyperlinkcolor" val="tx"/>
                    </a:ext>
                  </a:extLst>
                </a:hlinkClick>
              </a:rPr>
              <a:t>OpenSAFELY</a:t>
            </a:r>
            <a:r>
              <a:rPr lang="es-CO" sz="2400" dirty="0">
                <a:solidFill>
                  <a:schemeClr val="tx1"/>
                </a:solidFill>
                <a:latin typeface="+mj-lt"/>
                <a:hlinkClick r:id="rId6">
                  <a:extLst>
                    <a:ext uri="{A12FA001-AC4F-418D-AE19-62706E023703}">
                      <ahyp:hlinkClr xmlns:ahyp="http://schemas.microsoft.com/office/drawing/2018/hyperlinkcolor" val="tx"/>
                    </a:ext>
                  </a:extLst>
                </a:hlinkClick>
              </a:rPr>
              <a:t> </a:t>
            </a:r>
            <a:r>
              <a:rPr lang="es-CO" sz="2400" dirty="0" err="1">
                <a:solidFill>
                  <a:schemeClr val="tx1"/>
                </a:solidFill>
                <a:latin typeface="+mj-lt"/>
                <a:hlinkClick r:id="rId6">
                  <a:extLst>
                    <a:ext uri="{A12FA001-AC4F-418D-AE19-62706E023703}">
                      <ahyp:hlinkClr xmlns:ahyp="http://schemas.microsoft.com/office/drawing/2018/hyperlinkcolor" val="tx"/>
                    </a:ext>
                  </a:extLst>
                </a:hlinkClick>
              </a:rPr>
              <a:t>documentation</a:t>
            </a:r>
            <a:endParaRPr lang="es-CO" sz="2400" dirty="0">
              <a:solidFill>
                <a:schemeClr val="tx1"/>
              </a:solidFill>
              <a:latin typeface="+mj-lt"/>
            </a:endParaRPr>
          </a:p>
          <a:p>
            <a:pPr lvl="0" rtl="0"/>
            <a:r>
              <a:rPr lang="es-CO" sz="2400" dirty="0" err="1">
                <a:solidFill>
                  <a:schemeClr val="tx1"/>
                </a:solidFill>
                <a:latin typeface="+mj-lt"/>
                <a:hlinkClick r:id="rId7">
                  <a:extLst>
                    <a:ext uri="{A12FA001-AC4F-418D-AE19-62706E023703}">
                      <ahyp:hlinkClr xmlns:ahyp="http://schemas.microsoft.com/office/drawing/2018/hyperlinkcolor" val="tx"/>
                    </a:ext>
                  </a:extLst>
                </a:hlinkClick>
              </a:rPr>
              <a:t>Federated</a:t>
            </a:r>
            <a:r>
              <a:rPr lang="es-CO" sz="2400" dirty="0">
                <a:solidFill>
                  <a:schemeClr val="tx1"/>
                </a:solidFill>
                <a:latin typeface="+mj-lt"/>
                <a:hlinkClick r:id="rId7">
                  <a:extLst>
                    <a:ext uri="{A12FA001-AC4F-418D-AE19-62706E023703}">
                      <ahyp:hlinkClr xmlns:ahyp="http://schemas.microsoft.com/office/drawing/2018/hyperlinkcolor" val="tx"/>
                    </a:ext>
                  </a:extLst>
                </a:hlinkClick>
              </a:rPr>
              <a:t> Networks </a:t>
            </a:r>
            <a:r>
              <a:rPr lang="es-CO" sz="2400" dirty="0" err="1">
                <a:solidFill>
                  <a:schemeClr val="tx1"/>
                </a:solidFill>
                <a:latin typeface="+mj-lt"/>
                <a:hlinkClick r:id="rId7">
                  <a:extLst>
                    <a:ext uri="{A12FA001-AC4F-418D-AE19-62706E023703}">
                      <ahyp:hlinkClr xmlns:ahyp="http://schemas.microsoft.com/office/drawing/2018/hyperlinkcolor" val="tx"/>
                    </a:ext>
                  </a:extLst>
                </a:hlinkClick>
              </a:rPr>
              <a:t>for</a:t>
            </a:r>
            <a:r>
              <a:rPr lang="es-CO" sz="2400" dirty="0">
                <a:solidFill>
                  <a:schemeClr val="tx1"/>
                </a:solidFill>
                <a:latin typeface="+mj-lt"/>
                <a:hlinkClick r:id="rId7">
                  <a:extLst>
                    <a:ext uri="{A12FA001-AC4F-418D-AE19-62706E023703}">
                      <ahyp:hlinkClr xmlns:ahyp="http://schemas.microsoft.com/office/drawing/2018/hyperlinkcolor" val="tx"/>
                    </a:ext>
                  </a:extLst>
                </a:hlinkClick>
              </a:rPr>
              <a:t> </a:t>
            </a:r>
            <a:r>
              <a:rPr lang="es-CO" sz="2400" dirty="0" err="1">
                <a:solidFill>
                  <a:schemeClr val="tx1"/>
                </a:solidFill>
                <a:latin typeface="+mj-lt"/>
                <a:hlinkClick r:id="rId7">
                  <a:extLst>
                    <a:ext uri="{A12FA001-AC4F-418D-AE19-62706E023703}">
                      <ahyp:hlinkClr xmlns:ahyp="http://schemas.microsoft.com/office/drawing/2018/hyperlinkcolor" val="tx"/>
                    </a:ext>
                  </a:extLst>
                </a:hlinkClick>
              </a:rPr>
              <a:t>Distributed</a:t>
            </a:r>
            <a:r>
              <a:rPr lang="es-CO" sz="2400" dirty="0">
                <a:solidFill>
                  <a:schemeClr val="tx1"/>
                </a:solidFill>
                <a:latin typeface="+mj-lt"/>
                <a:hlinkClick r:id="rId7">
                  <a:extLst>
                    <a:ext uri="{A12FA001-AC4F-418D-AE19-62706E023703}">
                      <ahyp:hlinkClr xmlns:ahyp="http://schemas.microsoft.com/office/drawing/2018/hyperlinkcolor" val="tx"/>
                    </a:ext>
                  </a:extLst>
                </a:hlinkClick>
              </a:rPr>
              <a:t> </a:t>
            </a:r>
            <a:r>
              <a:rPr lang="es-CO" sz="2400" dirty="0" err="1">
                <a:solidFill>
                  <a:schemeClr val="tx1"/>
                </a:solidFill>
                <a:latin typeface="+mj-lt"/>
                <a:hlinkClick r:id="rId7">
                  <a:extLst>
                    <a:ext uri="{A12FA001-AC4F-418D-AE19-62706E023703}">
                      <ahyp:hlinkClr xmlns:ahyp="http://schemas.microsoft.com/office/drawing/2018/hyperlinkcolor" val="tx"/>
                    </a:ext>
                  </a:extLst>
                </a:hlinkClick>
              </a:rPr>
              <a:t>Analysis</a:t>
            </a:r>
            <a:r>
              <a:rPr lang="es-CO" sz="2400" dirty="0">
                <a:solidFill>
                  <a:schemeClr val="tx1"/>
                </a:solidFill>
                <a:latin typeface="+mj-lt"/>
                <a:hlinkClick r:id="rId7">
                  <a:extLst>
                    <a:ext uri="{A12FA001-AC4F-418D-AE19-62706E023703}">
                      <ahyp:hlinkClr xmlns:ahyp="http://schemas.microsoft.com/office/drawing/2018/hyperlinkcolor" val="tx"/>
                    </a:ext>
                  </a:extLst>
                </a:hlinkClick>
              </a:rPr>
              <a:t> </a:t>
            </a:r>
            <a:r>
              <a:rPr lang="es-CO" sz="2400" dirty="0" err="1">
                <a:solidFill>
                  <a:schemeClr val="tx1"/>
                </a:solidFill>
                <a:latin typeface="+mj-lt"/>
                <a:hlinkClick r:id="rId7">
                  <a:extLst>
                    <a:ext uri="{A12FA001-AC4F-418D-AE19-62706E023703}">
                      <ahyp:hlinkClr xmlns:ahyp="http://schemas.microsoft.com/office/drawing/2018/hyperlinkcolor" val="tx"/>
                    </a:ext>
                  </a:extLst>
                </a:hlinkClick>
              </a:rPr>
              <a:t>of</a:t>
            </a:r>
            <a:r>
              <a:rPr lang="es-CO" sz="2400" dirty="0">
                <a:solidFill>
                  <a:schemeClr val="tx1"/>
                </a:solidFill>
                <a:latin typeface="+mj-lt"/>
                <a:hlinkClick r:id="rId7">
                  <a:extLst>
                    <a:ext uri="{A12FA001-AC4F-418D-AE19-62706E023703}">
                      <ahyp:hlinkClr xmlns:ahyp="http://schemas.microsoft.com/office/drawing/2018/hyperlinkcolor" val="tx"/>
                    </a:ext>
                  </a:extLst>
                </a:hlinkClick>
              </a:rPr>
              <a:t> Health Data (PMC)</a:t>
            </a:r>
            <a:endParaRPr lang="es-CO" sz="2400" dirty="0">
              <a:solidFill>
                <a:schemeClr val="tx1"/>
              </a:solidFill>
              <a:latin typeface="+mj-lt"/>
            </a:endParaRPr>
          </a:p>
          <a:p>
            <a:pPr lvl="0" rtl="0"/>
            <a:r>
              <a:rPr lang="es-CO" sz="2400" dirty="0" err="1">
                <a:solidFill>
                  <a:schemeClr val="tx1"/>
                </a:solidFill>
                <a:latin typeface="+mj-lt"/>
                <a:hlinkClick r:id="rId8">
                  <a:extLst>
                    <a:ext uri="{A12FA001-AC4F-418D-AE19-62706E023703}">
                      <ahyp:hlinkClr xmlns:ahyp="http://schemas.microsoft.com/office/drawing/2018/hyperlinkcolor" val="tx"/>
                    </a:ext>
                  </a:extLst>
                </a:hlinkClick>
              </a:rPr>
              <a:t>Centralized</a:t>
            </a:r>
            <a:r>
              <a:rPr lang="es-CO" sz="2400" dirty="0">
                <a:solidFill>
                  <a:schemeClr val="tx1"/>
                </a:solidFill>
                <a:latin typeface="+mj-lt"/>
                <a:hlinkClick r:id="rId8">
                  <a:extLst>
                    <a:ext uri="{A12FA001-AC4F-418D-AE19-62706E023703}">
                      <ahyp:hlinkClr xmlns:ahyp="http://schemas.microsoft.com/office/drawing/2018/hyperlinkcolor" val="tx"/>
                    </a:ext>
                  </a:extLst>
                </a:hlinkClick>
              </a:rPr>
              <a:t> and </a:t>
            </a:r>
            <a:r>
              <a:rPr lang="es-CO" sz="2400" dirty="0" err="1">
                <a:solidFill>
                  <a:schemeClr val="tx1"/>
                </a:solidFill>
                <a:latin typeface="+mj-lt"/>
                <a:hlinkClick r:id="rId8">
                  <a:extLst>
                    <a:ext uri="{A12FA001-AC4F-418D-AE19-62706E023703}">
                      <ahyp:hlinkClr xmlns:ahyp="http://schemas.microsoft.com/office/drawing/2018/hyperlinkcolor" val="tx"/>
                    </a:ext>
                  </a:extLst>
                </a:hlinkClick>
              </a:rPr>
              <a:t>Federated</a:t>
            </a:r>
            <a:r>
              <a:rPr lang="es-CO" sz="2400" dirty="0">
                <a:solidFill>
                  <a:schemeClr val="tx1"/>
                </a:solidFill>
                <a:latin typeface="+mj-lt"/>
                <a:hlinkClick r:id="rId8">
                  <a:extLst>
                    <a:ext uri="{A12FA001-AC4F-418D-AE19-62706E023703}">
                      <ahyp:hlinkClr xmlns:ahyp="http://schemas.microsoft.com/office/drawing/2018/hyperlinkcolor" val="tx"/>
                    </a:ext>
                  </a:extLst>
                </a:hlinkClick>
              </a:rPr>
              <a:t> </a:t>
            </a:r>
            <a:r>
              <a:rPr lang="es-CO" sz="2400" dirty="0" err="1">
                <a:solidFill>
                  <a:schemeClr val="tx1"/>
                </a:solidFill>
                <a:latin typeface="+mj-lt"/>
                <a:hlinkClick r:id="rId8">
                  <a:extLst>
                    <a:ext uri="{A12FA001-AC4F-418D-AE19-62706E023703}">
                      <ahyp:hlinkClr xmlns:ahyp="http://schemas.microsoft.com/office/drawing/2018/hyperlinkcolor" val="tx"/>
                    </a:ext>
                  </a:extLst>
                </a:hlinkClick>
              </a:rPr>
              <a:t>Models</a:t>
            </a:r>
            <a:r>
              <a:rPr lang="es-CO" sz="2400" dirty="0">
                <a:solidFill>
                  <a:schemeClr val="tx1"/>
                </a:solidFill>
                <a:latin typeface="+mj-lt"/>
                <a:hlinkClick r:id="rId8">
                  <a:extLst>
                    <a:ext uri="{A12FA001-AC4F-418D-AE19-62706E023703}">
                      <ahyp:hlinkClr xmlns:ahyp="http://schemas.microsoft.com/office/drawing/2018/hyperlinkcolor" val="tx"/>
                    </a:ext>
                  </a:extLst>
                </a:hlinkClick>
              </a:rPr>
              <a:t> </a:t>
            </a:r>
            <a:r>
              <a:rPr lang="es-CO" sz="2400" dirty="0" err="1">
                <a:solidFill>
                  <a:schemeClr val="tx1"/>
                </a:solidFill>
                <a:latin typeface="+mj-lt"/>
                <a:hlinkClick r:id="rId8">
                  <a:extLst>
                    <a:ext uri="{A12FA001-AC4F-418D-AE19-62706E023703}">
                      <ahyp:hlinkClr xmlns:ahyp="http://schemas.microsoft.com/office/drawing/2018/hyperlinkcolor" val="tx"/>
                    </a:ext>
                  </a:extLst>
                </a:hlinkClick>
              </a:rPr>
              <a:t>for</a:t>
            </a:r>
            <a:r>
              <a:rPr lang="es-CO" sz="2400" dirty="0">
                <a:solidFill>
                  <a:schemeClr val="tx1"/>
                </a:solidFill>
                <a:latin typeface="+mj-lt"/>
                <a:hlinkClick r:id="rId8">
                  <a:extLst>
                    <a:ext uri="{A12FA001-AC4F-418D-AE19-62706E023703}">
                      <ahyp:hlinkClr xmlns:ahyp="http://schemas.microsoft.com/office/drawing/2018/hyperlinkcolor" val="tx"/>
                    </a:ext>
                  </a:extLst>
                </a:hlinkClick>
              </a:rPr>
              <a:t> </a:t>
            </a:r>
            <a:r>
              <a:rPr lang="es-CO" sz="2400" dirty="0" err="1">
                <a:solidFill>
                  <a:schemeClr val="tx1"/>
                </a:solidFill>
                <a:latin typeface="+mj-lt"/>
                <a:hlinkClick r:id="rId8">
                  <a:extLst>
                    <a:ext uri="{A12FA001-AC4F-418D-AE19-62706E023703}">
                      <ahyp:hlinkClr xmlns:ahyp="http://schemas.microsoft.com/office/drawing/2018/hyperlinkcolor" val="tx"/>
                    </a:ext>
                  </a:extLst>
                </a:hlinkClick>
              </a:rPr>
              <a:t>the</a:t>
            </a:r>
            <a:r>
              <a:rPr lang="es-CO" sz="2400" dirty="0">
                <a:solidFill>
                  <a:schemeClr val="tx1"/>
                </a:solidFill>
                <a:latin typeface="+mj-lt"/>
                <a:hlinkClick r:id="rId8">
                  <a:extLst>
                    <a:ext uri="{A12FA001-AC4F-418D-AE19-62706E023703}">
                      <ahyp:hlinkClr xmlns:ahyp="http://schemas.microsoft.com/office/drawing/2018/hyperlinkcolor" val="tx"/>
                    </a:ext>
                  </a:extLst>
                </a:hlinkClick>
              </a:rPr>
              <a:t> </a:t>
            </a:r>
            <a:r>
              <a:rPr lang="es-CO" sz="2400" dirty="0" err="1">
                <a:solidFill>
                  <a:schemeClr val="tx1"/>
                </a:solidFill>
                <a:latin typeface="+mj-lt"/>
                <a:hlinkClick r:id="rId8">
                  <a:extLst>
                    <a:ext uri="{A12FA001-AC4F-418D-AE19-62706E023703}">
                      <ahyp:hlinkClr xmlns:ahyp="http://schemas.microsoft.com/office/drawing/2018/hyperlinkcolor" val="tx"/>
                    </a:ext>
                  </a:extLst>
                </a:hlinkClick>
              </a:rPr>
              <a:t>Analysis</a:t>
            </a:r>
            <a:r>
              <a:rPr lang="es-CO" sz="2400" dirty="0">
                <a:solidFill>
                  <a:schemeClr val="tx1"/>
                </a:solidFill>
                <a:latin typeface="+mj-lt"/>
                <a:hlinkClick r:id="rId8">
                  <a:extLst>
                    <a:ext uri="{A12FA001-AC4F-418D-AE19-62706E023703}">
                      <ahyp:hlinkClr xmlns:ahyp="http://schemas.microsoft.com/office/drawing/2018/hyperlinkcolor" val="tx"/>
                    </a:ext>
                  </a:extLst>
                </a:hlinkClick>
              </a:rPr>
              <a:t> </a:t>
            </a:r>
            <a:r>
              <a:rPr lang="es-CO" sz="2400" dirty="0" err="1">
                <a:solidFill>
                  <a:schemeClr val="tx1"/>
                </a:solidFill>
                <a:latin typeface="+mj-lt"/>
                <a:hlinkClick r:id="rId8">
                  <a:extLst>
                    <a:ext uri="{A12FA001-AC4F-418D-AE19-62706E023703}">
                      <ahyp:hlinkClr xmlns:ahyp="http://schemas.microsoft.com/office/drawing/2018/hyperlinkcolor" val="tx"/>
                    </a:ext>
                  </a:extLst>
                </a:hlinkClick>
              </a:rPr>
              <a:t>of</a:t>
            </a:r>
            <a:r>
              <a:rPr lang="es-CO" sz="2400" dirty="0">
                <a:solidFill>
                  <a:schemeClr val="tx1"/>
                </a:solidFill>
                <a:latin typeface="+mj-lt"/>
                <a:hlinkClick r:id="rId8">
                  <a:extLst>
                    <a:ext uri="{A12FA001-AC4F-418D-AE19-62706E023703}">
                      <ahyp:hlinkClr xmlns:ahyp="http://schemas.microsoft.com/office/drawing/2018/hyperlinkcolor" val="tx"/>
                    </a:ext>
                  </a:extLst>
                </a:hlinkClick>
              </a:rPr>
              <a:t> </a:t>
            </a:r>
            <a:r>
              <a:rPr lang="es-CO" sz="2400" dirty="0" err="1">
                <a:solidFill>
                  <a:schemeClr val="tx1"/>
                </a:solidFill>
                <a:latin typeface="+mj-lt"/>
                <a:hlinkClick r:id="rId8">
                  <a:extLst>
                    <a:ext uri="{A12FA001-AC4F-418D-AE19-62706E023703}">
                      <ahyp:hlinkClr xmlns:ahyp="http://schemas.microsoft.com/office/drawing/2018/hyperlinkcolor" val="tx"/>
                    </a:ext>
                  </a:extLst>
                </a:hlinkClick>
              </a:rPr>
              <a:t>Clinical</a:t>
            </a:r>
            <a:r>
              <a:rPr lang="es-CO" sz="2400" dirty="0">
                <a:solidFill>
                  <a:schemeClr val="tx1"/>
                </a:solidFill>
                <a:latin typeface="+mj-lt"/>
                <a:hlinkClick r:id="rId8">
                  <a:extLst>
                    <a:ext uri="{A12FA001-AC4F-418D-AE19-62706E023703}">
                      <ahyp:hlinkClr xmlns:ahyp="http://schemas.microsoft.com/office/drawing/2018/hyperlinkcolor" val="tx"/>
                    </a:ext>
                  </a:extLst>
                </a:hlinkClick>
              </a:rPr>
              <a:t> Data (PMC)</a:t>
            </a:r>
            <a:endParaRPr lang="es-CO" sz="2400" dirty="0">
              <a:solidFill>
                <a:schemeClr val="tx1"/>
              </a:solidFill>
              <a:latin typeface="+mj-lt"/>
            </a:endParaRPr>
          </a:p>
          <a:p>
            <a:endParaRPr lang="es-CO" dirty="0"/>
          </a:p>
        </p:txBody>
      </p:sp>
    </p:spTree>
    <p:extLst>
      <p:ext uri="{BB962C8B-B14F-4D97-AF65-F5344CB8AC3E}">
        <p14:creationId xmlns:p14="http://schemas.microsoft.com/office/powerpoint/2010/main" val="3552741281"/>
      </p:ext>
    </p:extLst>
  </p:cSld>
  <p:clrMapOvr>
    <a:masterClrMapping/>
  </p:clrMapOvr>
</p:sld>
</file>

<file path=ppt/theme/theme1.xml><?xml version="1.0" encoding="utf-8"?>
<a:theme xmlns:a="http://schemas.openxmlformats.org/drawingml/2006/main" name="TGHN Regional Programme">
  <a:themeElements>
    <a:clrScheme name="TGHN Theme 1">
      <a:dk1>
        <a:srgbClr val="000000"/>
      </a:dk1>
      <a:lt1>
        <a:srgbClr val="FFFFFF"/>
      </a:lt1>
      <a:dk2>
        <a:srgbClr val="0E2841"/>
      </a:dk2>
      <a:lt2>
        <a:srgbClr val="E8E8E8"/>
      </a:lt2>
      <a:accent1>
        <a:srgbClr val="0071BC"/>
      </a:accent1>
      <a:accent2>
        <a:srgbClr val="771213"/>
      </a:accent2>
      <a:accent3>
        <a:srgbClr val="80AF40"/>
      </a:accent3>
      <a:accent4>
        <a:srgbClr val="79CBC6"/>
      </a:accent4>
      <a:accent5>
        <a:srgbClr val="F06EA9"/>
      </a:accent5>
      <a:accent6>
        <a:srgbClr val="CBDFF3"/>
      </a:accent6>
      <a:hlink>
        <a:srgbClr val="E97132"/>
      </a:hlink>
      <a:folHlink>
        <a:srgbClr val="E9713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GHN Theme 1">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GHN Regional Programme">
  <a:themeElements>
    <a:clrScheme name="TGHN Theme 1">
      <a:dk1>
        <a:srgbClr val="000000"/>
      </a:dk1>
      <a:lt1>
        <a:srgbClr val="FFFFFF"/>
      </a:lt1>
      <a:dk2>
        <a:srgbClr val="0E2841"/>
      </a:dk2>
      <a:lt2>
        <a:srgbClr val="E8E8E8"/>
      </a:lt2>
      <a:accent1>
        <a:srgbClr val="0071BC"/>
      </a:accent1>
      <a:accent2>
        <a:srgbClr val="771213"/>
      </a:accent2>
      <a:accent3>
        <a:srgbClr val="80AF40"/>
      </a:accent3>
      <a:accent4>
        <a:srgbClr val="79CBC6"/>
      </a:accent4>
      <a:accent5>
        <a:srgbClr val="F06EA9"/>
      </a:accent5>
      <a:accent6>
        <a:srgbClr val="CBDFF3"/>
      </a:accent6>
      <a:hlink>
        <a:srgbClr val="E97132"/>
      </a:hlink>
      <a:folHlink>
        <a:srgbClr val="E9713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GHN Theme 1">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492</TotalTime>
  <Words>749</Words>
  <Application>Microsoft Office PowerPoint</Application>
  <DocSecurity>0</DocSecurity>
  <PresentationFormat>Panorámica</PresentationFormat>
  <Paragraphs>48</Paragraphs>
  <Slides>7</Slides>
  <Notes>1</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7</vt:i4>
      </vt:variant>
    </vt:vector>
  </HeadingPairs>
  <TitlesOfParts>
    <vt:vector size="11" baseType="lpstr">
      <vt:lpstr>Noto Sans</vt:lpstr>
      <vt:lpstr>Noto Sans SemiBold</vt:lpstr>
      <vt:lpstr>Arial</vt:lpstr>
      <vt:lpstr>TGHN Regional Programme</vt:lpstr>
      <vt:lpstr>Presentación de PowerPoint</vt:lpstr>
      <vt:lpstr>Objetivos de aprendizaje</vt:lpstr>
      <vt:lpstr>Definición y estructura del diccionario de datos (o Codebook)</vt:lpstr>
      <vt:lpstr>Función del diccionario de datos (Codebook): “hablar el mismo idioma”</vt:lpstr>
      <vt:lpstr>Generar codebook en R para dengue-sivigila</vt:lpstr>
      <vt:lpstr>Componentes estándar de un diccionario de datos federado</vt:lpstr>
      <vt:lpstr>Recursos adicionales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Lyda Osorio</cp:lastModifiedBy>
  <cp:revision>10</cp:revision>
  <dcterms:created xsi:type="dcterms:W3CDTF">2026-10-04T13:56:35Z</dcterms:created>
  <dcterms:modified xsi:type="dcterms:W3CDTF">2026-10-05T02:13:08Z</dcterms:modified>
</cp:coreProperties>
</file>